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VR 개발 환경 구축 &amp; XR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Unity 6 + OpenXR + XR Interaction Toolkit 3.x 기반 VR 프로젝트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VR 멀티플레이어 게임 개요 &amp; 프로젝트 소개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Unity 6 프로젝트 세팅 &amp; XR Plugin Management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OpenXR 런타임 &amp; XR Origin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 Interaction Toolkit 3.x 핵심 컴포넌트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기본 VR 환경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 Device Simulator &amp;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VR 멀티플레이어 게임 개요 &amp; 프로젝트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강의 전체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10일 동안 완성할 VR 멀티플레이어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6 공식 VR Multiplayer Template 기반 클론코딩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최종 결과물: 로그인 -&gt; 로비 -&gt; VR 미니게임(Whack-A-Pig(돼지 때리기))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Netcode for GameObjects 2.7 기반 멀티플레이어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Distributed Authority 모드 지원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Vivox 음성 채팅 통합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프로젝트 전체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인증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UGS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로비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Session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VR 월드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XR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미니게임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Whack-A-Pig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인증(Day 4) -&gt; 로비(Day 5) -&gt; VR 인터랙션 월드(Day 1-3, 6-8) -&gt; 미니게임(Day 9-10) 순서로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사용 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6 (6000.x) + Universal Render Pipeline (URP) 17.x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1.16 - 크로스 플랫폼 VR 표준 API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Interaction Toolkit 3.3.0 - VR 인터랙션 프레임워크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Hands 1.7.2 - 핸드 트래킹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Netcode for GameObjects 2.7.0 - 멀티플레이어 네트워킹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Gaming Services (UGS) - 인증, 세션, 매칭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Vivox 16.8 - 음성 채팅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vs 일반 게임 개발 차이점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일반 3D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모니터 + 마우스/키보드 입력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고정된 카메라 뷰포인트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2D UI 기반 인터페이스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마우스 클릭으로 상호작용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VR 게임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HMD + 양손 컨트롤러/핸드 트래킹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6DoF 자유 시점 (위치 + 회전)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3D 월드 스페이스 UI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직접 잡기, 레이, 포크 등 다양한 인터랙션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프로젝트 폴더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Assets/VRMPAssets/ - 메인 프로젝트 에셋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Scripts/Helpers/ - XRKnob, XRLever 등 커스텀 인터랙션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Scripts/Network/NetworkManagers/ - NetworkManagerVRMultiplayer, SessionManager 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Scripts/Player/ - 플레이어 관련 스크립트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Assets/Samples/XR Interaction Toolkit/3.3.0/ - XRI 샘플 (XR Hands는 Samples 폴더에 1.7.1로 표시될 수 있으나, 패키지 버전은 1.7.2)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Starter Assets/ - DynamicMoveProvider, ObjectSpawner 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 Device Simulator/ - 에디터용 VR 시뮬레이터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Packages/manifest.json - 패키지 의존성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Unity 6 프로젝트 세팅 &amp; XR Plugin Management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Unity 6에서 VR 프로젝트 생성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Unity Hub에서 Unity 6 (6000.x) 설치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새 프로젝트 생성: Universal 3D (URP) 템플릿 선택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URP는 VR 성능 최적화에 유리 (Forward+ 렌더링)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모바일 VR (Quest)에서도 효율적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프로젝트 생성 후 Platform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PC VR: Standalone (Windows)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Quest: Android 플랫폼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Plugin Management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Edit &gt; Project Settings &gt; XR Plug-in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Plug-in Management 패키지 설치 (4.5.3)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Plugin 활성화 체크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Standalone 탭: OpenXR 선택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Android 탭: OpenXR 선택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Interaction Profiles 추가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Oculus Touch Controller Profile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Meta Quest Touch Pro Controller Profile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Hand Interaction Profile (핸드 트래킹용)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manifest.json - 핵심 패키지 의존성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Packages/manifest.json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"dependencies":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XR 핵심 패키지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"com.unity.xr.management": "4.5.3",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"com.unity.xr.openxr": "1.16.0",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"com.unity.xr.interaction.toolkit": "3.3.0",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"com.unity.xr.hands": "1.7.2",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"com.unity.xr.core-utils": "2.5.3",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렌더링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"com.unity.render-pipelines.universal": "17.3.0",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Input System (XRI 필수 의존성)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"com.unity.inputsystem": "1.17.0",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네트워킹 (Day 4부터 사용)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"com.unity.netcode.gameobjects": "2.7.0",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"com.unity.services.multiplayer": "2.0.0"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패키지 의존성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Plug-in</a:t>
            </a:r>
            <a:br/>
            <a:r>
              <a:t>Management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4.5.3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</a:t>
            </a:r>
            <a:br/>
            <a:r>
              <a:t>Plugin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1.16.0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Interaction</a:t>
            </a:r>
            <a:br/>
            <a:r>
              <a:t>Toolkit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3.3.0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 Hands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1.7.2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XR Plug-in Management가 기반, OpenXR가 런타임, XRI와 XR Hands가 상위 레이어 기능을 제공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프로젝트 세팅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Project Settings &gt; Player &gt; Other Settings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Color Space: Linear (VR 필수)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Active Input Handling: Input System Package (New)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Project Settings &gt; XR Plug-in Management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OpenXR 체크 -&gt; Feature Groups 설정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Project Settings &gt; OpenXR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Render Mode: Single Pass Instanced (권장) 또는 Multi-pass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Depth Submission Mode: Depth 16 Bit (권장 설정, 기본값: None)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Feature Groups에서 Meta Quest 프로필 활성화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OpenXR 런타임 &amp; XR Origin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OpenXR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크로스 플랫폼 VR/AR 표준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Khronos Group이 관리하는 개방형 XR 표준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하나의 API로 다양한 디바이스 지원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Meta Quest 시리즈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SteamVR (Valve Index, HTC Vive)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Windows Mixed Reality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Pico, etc.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이전 방식: Oculus SDK, SteamVR SDK 각각 개별 통합 필요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OpenXR 방식: 하나의 코드로 모든 플랫폼 대응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OpenXR 아키텍처 계층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Unity 앱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XRI / XR Hands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</a:t>
            </a:r>
            <a:br/>
            <a:r>
              <a:t>API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표준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</a:t>
            </a:r>
            <a:br/>
            <a:r>
              <a:t>런타임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Oculus/SteamVR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VR 디바이스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HMD + 컨트롤러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애플리케이션 -&gt; OpenXR API -&gt; 플랫폼 런타임 -&gt; 하드웨어 순으로 추상화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Origin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 세계에서 플레이어의 기준점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Origin = 플레이어의 물리적 공간을 가상 세계에 매핑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계층 구조 (Hierarchy):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 Origin (GameObject) - 이동/회전의 기준점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Camera Offset - 트래킹 원점 오프셋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Main Camera - HMD 위치/회전 추적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Left Controller - 왼손 컨트롤러 추적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Right Controller - 오른손 컨트롤러 추적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Tracking Origin Mode: Floor / Device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Floor: 바닥 기준 (룸 스케일) - 권장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Device: HMD 착용 위치 기준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 Origin 기본 구성 (Hierarchy 구조)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Scene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XR Origin (XR Origin)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├── Camera Offset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├── Main Camera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│   ├── TrackedPoseDriver (Input: centerEye)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│   └── Camera Component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├── Left Controller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│   ├── TrackedPoseDriver (Input: leftController)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│   ├── XRDirectInteractor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│   └── XRRayInteractor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└── Right Controller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    ├── TrackedPoseDriver (Input: rightController)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    ├── XRDirectInteractor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    └── XRRayInteractor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├── Locomotion System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├── TeleportationProvider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│   └── DynamicMoveProvider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└── XR Input Modality Manager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(컨트롤러 &lt;-&gt; 핸드 트래킹 자동 전환)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XR Origin 아래에 카메라와 컨트롤러, 로코모션 시스템이 계층적으로 구성됩니다.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XRInputModalityManager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컨트롤러 / 핸드 트래킹 자동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Interaction Toolkit 3.x의 새 기능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컨트롤러와 핸드 트래킹 모드를 자동 감지/전환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컨트롤러를 쥐면 -&gt; 컨트롤러 모드 활성화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컨트롤러를 내려놓으면 -&gt; 핸드 트래킹 모드 활성화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Left Hand / Right Hand 프리팹 할당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Left Controller / Right Controller 프리팹 할당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모드별로 다른 인터랙터(Interactor) 세트 사용 가능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Tracking Origin Mode &amp; Camera Offset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Tracking Origin Mode: Floor Level (권장)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디바이스의 Guardian/Boundary 설정 기준으로 바닥 높이 결정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Camera Y Offset = 0 (실제 키 반영)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Tracking Origin Mode: Device Level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HMD 착용 시점이 원점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Camera Y Offset = 1.1176f (평균 앉은 키, 약 44인치)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Camera Offset 오브젝트의 역할: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모든 트래킹 디바이스의 부모 Transform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Tracking Origin에 따른 Y 오프셋 자동 조정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 Interaction Toolkit 3.x 핵심 컴포넌트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Interaction Toolkit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Unity 공식 VR 인터랙션 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 3.x = Unity의 공식 XR 인터랙션 솔루션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3요소: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Interactor (상호작용 주체) - 컨트롤러, 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Interactable (상호작용 대상) - 잡을 수 있는 오브젝트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Interaction Manager (관리자) - 중앙 매칭 시스템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이벤트 기반 설계: Hover, Select, Activate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Input System 패키지와 완전 통합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 인터랙션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Interactor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Ray/Direct/Poke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Interaction</a:t>
            </a:r>
            <a:br/>
            <a:r>
              <a:t>Manager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중앙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Interactable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Grab/Teleport/UI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이벤트 발생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Hover/Select/Activate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Interactor가 Interactable을 감지하면, Interaction Manager가 매칭하고 이벤트를 전파합니다.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Interactor 종류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기본 Interactor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XRDirectInteractor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직접 접촉으로 상호작용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VR에서 '잡기' 구현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XRRayInteractor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레이캐스트로 원거리 상호작용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UI 포인팅, 텔레포트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특수 Interactor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XRPokeInteractor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손가락으로 '누르기'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버튼, 키보드 인터랙션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XRSocketInteractor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특정 위치에 오브젝트 '끼우기'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인벤토리, 퍼즐 시스템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Interactable 종류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상호작용 대상 오브젝트에 부착하는 컴포넌트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XRGrabInteractable - 잡을 수 있는 오브젝트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Movement Type: Instantaneous / Kinematic / Velocity Tracking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Attach Transform: 잡았을 때의 기준점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XRSimpleInteractable - 이벤트만 발생 (물리 이동 없음)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TeleportationArea - 텔레포트 가능 영역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TeleportationAnchor - 특정 지점으로 텔레포트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XRBaseInteractable - 커스텀 인터랙션의 베이스 클래스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프로젝트의 XRKnob, XRLever가 이를 상속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Locomotion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VR에서의 이동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LocomotionMediator - 로코모션 요청의 중앙 관리자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TeleportationProvider - 텔레포트 이동 처리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XRRayInteractor로 바닥을 가리킨 후 이동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멀미 없는 이동 방식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ContinuousMoveProvider - 조이스틱 연속 이동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DynamicMoveProvider (프로젝트 사용) - 향상된 연속 이동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Head Relative / Hand Relative 방향 전환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SnapTurnProvider - 일정 각도씩 회전 (멀미 방지)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ContinuousTurnProvider - 부드러운 연속 회전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DynamicMoveProvider - 이동 방향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Assets/Samples/XR Interaction Toolkit/3.3.0/Starter Assets/Scripts/DynamicMoveProvider.cs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DynamicMoveProvider : ContinuousMoveProvider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public enum MovementDirection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HeadRelative,  // 머리(카메라) 방향 기준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HandRelative,  // 컨트롤러 방향 기준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Transform m_HeadTransform;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Transform m_LeftControllerTransform;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Transform m_RightControllerTransform;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MovementDirection m_LeftHandMovementDirection;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[SerializeField] MovementDirection m_RightHandMovementDirection;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// 양손 입력을 블렌딩하여 이동 방향 결정 (아래는 실제 코드의 단순화 버전)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protected override Vector3 ComputeDesiredMove(Vector2 input)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leftHandValue = leftHandMoveInput.ReadValue();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rightHandValue = rightHandMoveInput.ReadValue();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입력 크기에 따라 블렌딩 비율 결정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totalSqrMagnitude = leftHandValue.sqrMagnitude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              + rightHandValue.sqrMagnitude;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leftHandBlend = 0.5f;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(totalSqrMagnitude &gt; Mathf.Epsilon)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leftHandBlend = leftHandValue.sqrMagnitude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          / totalSqrMagnitude;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//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return base.ComputeDesiredMove(input);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왼손/오른손의 입력 세기에 따라 이동 방향을 동적으로 블렌딩합니다.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XRI 이벤트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Hover -&gt; Select -&gt; Activate 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Hover (호버) - Interactor의 감지 범위 안에 들어올 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hoverEntered / hoverExited 이벤트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시각적 피드백 (하이라이트) 표시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Select (선택) - 그립 버튼을 눌러 상호작용 시작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selectEntered / selectExited 이벤트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오브젝트 잡기, 텔레포트 실행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Activate (활성화) - 트리거 버튼으로 활성화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activated / deactivated 이벤트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잡은 상태에서 추가 동작 (총 발사 등)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기본 VR 환경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XR Origin 세팅하기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새 Scene 생성 후 기본 오브젝트(Directional Light, Plane) 배치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GameObject &gt; XR &gt; XR Origin (XR Rig)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XR Origin 컴포넌트에서 Tracking Origin Mode = Floor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Camera Offset 아래에 Left/Right Controller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각 컨트롤러에 TrackedPoseDriver 컴포넌트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Main Camera에 TrackedPoseDriver (centerEye)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XR Interaction Manager가 Scene에 있는지 확인 (없으면 추가)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XR Origin 계층 구조를 이해하고 기본 VR 카메라 리그를 완성합니다.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Locomotion System 추가하기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XR Origin 아래에 빈 GameObject 'Locomotion System' 생성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LocomotionMediator 컴포넌트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TeleportationProvider 컴포넌트 추가 -&gt; Mediator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DynamicMoveProvider 스크립트를 프로젝트에서 찾아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Move Speed를 2로 변경 (기본값: 1), Head Transform = Main Camera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SnapTurnProvider 추가 -&gt; Turn Amount = 45도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바닥(Plane)에 TeleportationArea 컴포넌트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RayInteractor에서 바닥을 가리켜 텔레포트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텔레포트와 조이스틱 이동이 모두 동작하는 로코모션 시스템을 구성합니다.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기본 인터랙션 테스트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Cube 생성 -&gt; Rigidbody 추가 -&gt; XRGrabInteractable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Movement Type = Velocity Tracking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컨트롤러의 XRDirectInteractor로 Cube 잡기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XRRayInteractor로 원거리에서 Cube 잡기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Cube를 여러 개 배치하여 인터랙션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콘솔 로그에서 selectEntered/selectExited 이벤트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Direct Grab과 Ray Grab이 모두 동작하는 기본 인터랙션을 확인합니다.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 Device Simulator &amp;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Device Simulator vs XR Interaction Simulator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에디터에서 VR 기기 없이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Device Simulator (레거시)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마우스/키보드로 HMD와 컨트롤러 시뮬레이션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Samples &gt; XR Interaction Toolkit &gt; XR Device Simulator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Interaction Simulator (신규, 3.x 권장)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더 직관적인 조작 방식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자동으로 Hand Tracking도 시뮬레이션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Samples &gt; XR Interaction Toolkit &gt; XR Interaction Simulator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 Device Simulator 조작법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마우스 + 키보드 단축키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마우스 이동: HMD 회전 (시선 방향)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WASD: HMD 위치 이동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왼쪽 Shift 홀드: 왼손 컨트롤러 조작 모드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마우스 이동 -&gt; 왼손 위치 이동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마우스 클릭 -&gt; 그립/트리거 입력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스페이스바 홀드: 오른손 컨트롤러 조작 모드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 키: 컨트롤러 회전 모드 토글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G 키: 그립 버튼 / 마우스 좌클릭: 트리거 버튼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 Device Simulator 프리팹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Scene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Scene에 XR Device Simulator 추가하는 방법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방법 1: 프리팹을 Scene에 직접 배치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Assets/Samples/XR Interaction Toolkit/3.3.0/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  XR Device Simulator/XR Device Simulator.prefab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방법 2: XR Interaction Simulator (3.x 신규)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Assets/Samples/XR Interaction Toolkit/3.3.0/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  XR Interaction Simulator/XR Interaction Simulator.prefab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주의사항: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- 빌드 시에는 반드시 비활성화 또는 제거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- #if UNITY_EDITOR 조건부 활성화 권장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- 실제 VR 디바이스가 연결되면 자동 비활성화 설정 가능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빌드 &amp; 테스트 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에디터 테스트: XR Device/Interaction Simulator 사용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PC VR 테스트: Oculus Link / SteamVR로 연결 후 Play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Edit &gt; Project Settings &gt; OpenXR &gt; PC 설정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Quest 빌드: File &gt; Build Settings &gt; Android &gt; Switch Platform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Player Settings &gt; XR Plug-in Management &gt; Android &gt; OpenXR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Build and Run으로 APK 직접 설치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성능 팁: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Target FPS: 디바이스 주사율에 맞는 프레임레이트 유지 (Quest 2: 72/90Hz, Quest 3: 90/120Hz)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URP Graphics 설정에서 MSAA 4x 권장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VR 프로젝트는 Unity 6 + URP + OpenXR 조합으로 세팅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 Origin은 카메라, 컨트롤러, 로코모션의 최상위 부모 오브젝트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OpenXR을 사용하면 하나의 코드로 다양한 VR 디바이스 지원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XRI 3.x의 핵심: Interactor + Interactable + Interaction Manager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DynamicMoveProvider로 양손 기반 동적 이동 구현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 Device Simulator를 활용하면 HMD 없이 에디터 테스트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