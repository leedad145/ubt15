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네트워크 기초 &amp; Unity Gaming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멀티플레이어 아키텍처, UGS 인증, NGO(Netcode for GameObjects), Distributed Authority(분산 권위)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멀티플레이어 네트워크 기초 이론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Unity Gaming Services (UGS) 개요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Authentication 서비스 &amp; 익명 로그인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Netcode for GameObjects (NGO) 기본 개념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UGS 프로젝트 연동 &amp; 인증 시스템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Distributed Authority 아키텍처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멀티플레이어 네트워크 기초 이론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멀티플레이어를 구현하려면 무엇을 알아야 할까? — 핵심 개념과 네트워크 아키텍처 이해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멀티플레이어의 특징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같은 가상 공간에서 실시간으로 소통하고 협업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네트워크 지연(Latency — 데이터 전송 지연 시간)이 VR에서 특히 치명적 — 멀미 유발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아바타 데이터 크기가 큼 (Head + Hands + 손가락 관절)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높은 프레임레이트 요구 (72~120 FPS) — 네트워크 부하와 충돌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네트워크 아키텍처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클라이언트-서버 (Client-Server)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서버가 게임 상태의 단일 권위(Authority — 결정 권한)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클라이언트는 입력 전송, 서버가 처리 후 결과 전파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치트 방지 용이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 비용 발생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 위치에 따른 지연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P2P (Peer-to-Peer)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 없이 클라이언트끼리 직접 통신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 비용 절약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NAT(공유기 주소 변환) 홀펀칭 등 연결 복잡성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치트 방지 어려움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호스트 이탈 시 세션 유지 문제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핵심 네트워크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Latency (지연) — 패킷(데이터 묶음)이 왕복하는 시간 (RTT, Round-Trip Time)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VR에서는 20ms 이하가 이상적, 100ms 이상은 체감됨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Bandwidth (대역폭) — 초당 전송 가능한 데이터량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VR 아바타 동기화는 대역폭 소모가 큼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Tick Rate (틱 레이트) — 서버가 게임 상태를 업데이트하는 주기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일반적으로 20~60Hz, VR에서는 높을수록 유리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Serialization (직렬화) — 게임 오브젝트 상태를 전송 가능한 바이트 데이터로 변환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Authority (권위) — 특정 오브젝트의 상태를 결정할 권한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클라이언트-서버 통신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Client 입력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조이스틱/버튼 입력 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서버 전송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입력 데이터 패킷 전송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서버 처리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게임 로직 실행 &amp; 상태 갱신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상태 전파(Broadcast)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모든 클라이언트에 결과 전송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전통적인 클라이언트-서버 모델의 데이터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상태 동기화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State Replication (상태 복제)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서버가 전체 게임 상태를 클라이언트에 전송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구현이 단순하지만 대역폭 소모 큼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NGO의 NetworkVariable이 이 방식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Client-Side Prediction (클라이언트 예측)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클라이언트가 입력 결과를 미리 예측하여 적용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서버 확인 후 오차가 있으면 보정(Reconciliation — 서버 기준으로 재조정)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부드러운 UX를 위해 VR에서 중요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Interpolation(보간 — 과거 데이터 사이 매끄럽게 연결) / Extrapolation(외삽 — 미래 위치 예측)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멀티플레이어 특수 고려사항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음성 채팅(VoIP — Voice over IP) 필수 — 추가 대역폭 소모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물리 상호작용의 네트워크 동기화가 복잡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Origin의 tracking space(추적 공간)가 각 클라이언트마다 다름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지연이 VR 멀미를 유발할 수 있음 — 자기 아바타는 로컬 우선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Unity Gaming Services (UGS)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멀티플레이어에 필요한 인증, 매칭, 중계를 제공하는 Unity 공식 백엔드 서비스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UGS 서비스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Authentication — 익명 로그인을 통한 사용자 식별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Lobby / Matchmaker — 세션 생성 및 플레이어 매칭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Relay — 공유기(NAT) 환경 우회 및 DTLS 암호화로 안전한 네트워크 중계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NGO(Netcode for GameObjects) — 게임 오브젝트 상태 동기화 라이브러리 (UGS 서비스가 아닌 별도 패키지)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Distributed Authority(분산 권위) 모드 — 전용 서버 없이 Relay만으로 멀티플레이어 구현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UGS 서비스 스택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Authentication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사용자 인증 &amp; 프로필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Lobby / Matchmaker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세션 생성 &amp; 플레이어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Relay / Multiplay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네트워크 연결 중계 &amp; 서버 호스팅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NGO (Netcode)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게임 오브젝트 상태 동기화 라이브러리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UGS 서비스들이 계층적으로 협력하여 멀티플레이어 인프라를 구성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개발 환경 멀티 인스턴스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멀티플레이어 테스트에는 최소 2개의 클라이언트 필요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MPPM (Multiplayer Play Mode)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Unity 공식 멀티플레이어 테스트 도구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별도 프로세스로 가상 플레이어 인스턴스를 실행 (독립 프로세스)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ParrelSync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프로젝트를 심볼릭 링크(파일 바로가기)로 복제하여 별도 에디터 실행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각 클론이 독립적인 에디터 인스턴스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두 도구 모두 UGS 프로필 분리가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Authentication 서비스 &amp; 익명 로그인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모든 UGS 서비스의 출발점 — 사용자 식별을 위한 인증 시스템 구현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UGS Authentication 서비스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모든 UGS 서비스의 진입점 — 인증 없이는 다른 서비스 사용 불가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지원하는 인증 방식: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익명 로그인 (Anonymous Sign-In) — 가장 간단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플랫폼 연동 (Apple, Google, Steam 등)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사용자명 + 비밀번호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인증 완료 시 Player ID와 Access Token(접근 인증 토큰) 발급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Player ID는 세션, 로비, 릴레이 등 모든 서비스에서 사용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토큰은 자동 갱신 — 수동 관리 불필요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Authenticate — UGS 초기화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Scripts/Networking/AuthenticationManager.cs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System.Threading.Tasks;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Unity.Services.Authentication;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Unity.Services.Core;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class AuthenticationManager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public virtual async Task&lt;bool&gt; Authenticate()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아직 초기화되지 않은 경우에만 초기화 수행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if (UnityServices.State == ServicesInitializationState.Uninitialized)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var options = new InitializationOptions();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// 프로필 이름 결정 (MPPM/ParrelSync 등)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options.SetProfile(playerId);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await UnityServices.InitializeAsync(options);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익명 로그인은 (2/2)에서 계속...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UGS 사용의 첫 단계 — 프로필을 설정하고 InitializeAsync()로 서비스를 초기화하는 비동기 메서드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Authenticate — 익명 로그인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Scripts/Networking/AuthenticationManager.cs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Authenticate() 계속...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아직 로그인되지 않은 경우에만 익명 로그인 수행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if (!AuthenticationService.Instance.IsAuthorized)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await AuthenticationService.Instance.SignInAnonymouslyAsync();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Player ID 캐시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XRINetworkGameManager.AuthenicationId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AuthenticationService.Instance.PlayerId;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return UnityServices.State ==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ServicesInitializationState.Initialized;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catch (System.Exception 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Utils.Log($"인증 중 오류 발생: {e}");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return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초기화 후 익명 로그인 수행 — 성공 시 Player ID를 저장하고, 실패 시 예외를 잡아 로그 출력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프로필 분리 — 멀티 인스턴스 테스트 핵심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문제: 같은 기기에서 2개 에디터를 실행하면 같은 UGS 프로필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같은 Player ID → 동일 사용자로 인식 → 테스트 불가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해결: InitializationOptions.SetProfile()로 에디터별 고유 프로필 지정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MPPM: 각 가상 플레이어(Virtual Player)에 고유 프로필 할당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ParrelSync: 클론 인덱스를 프로필 이름에 활용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프로필 이름에는 영숫자, 언더스코어(_), 하이픈(-)만 허용 (최대 30자) — SanitizeString()으로 정제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프로필 Sanitization(문자열 정제) 유틸리티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Scripts/Networking/AuthenticationManager.cs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using System.Text.RegularExpressions;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/// &lt;summary&gt;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/// 문자열에서 허용되지 않는 문자를 제거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/// 영숫자(\w)와 하이픈(-)만 허용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/// &lt;/summary&gt;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static string SanitizeString(string playerId)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(string.IsNullOrEmpty(playerId)) return string.Empty;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string pattern = @"[^\w-]";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return Regex.Replace(playerId, pattern, "");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사용 예시: MPPM 가상 플레이어 인덱스 기반 프로필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string profile = SanitizeString($"Player_{mppmIndex}");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options.SetProfile(profile);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프로필 이름에 특수문자가 포함되면 UGS가 거부하므로, 정규표현식으로 안전한 문자만 남기는 유틸리티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인증 흐름 전체 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앱 시작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InitializationOptions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UGS 초기화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UnityServices.InitializeAsync()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익명 로그인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SignInAnonymouslyAsync()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인증 완료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Player ID &amp; Token 발급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앱 시작부터 인증 완료까지의 전체 흐름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Netcode for GameObjects (NGO) 기본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게임 오브젝트를 네트워크로 동기화하는 Unity 공식 라이브러리의 핵심 구성 요소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Netcode for GameObjects(NGO)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공식 고수준 네트워크 라이브러리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GameObject/MonoBehaviour 기반 — 기존 Unity 워크플로우와 자연스러운 통합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NetworkManager — 네트워크 세션의 중앙 관리자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 — 네트워크로 동기화되는 게임 오브젝트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NetworkBehaviour — 네트워크 로직을 담는 컴포넌트 (MonoBehaviour 확장)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NGO 핵심 구성 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NetworkManager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싱글턴 패턴(씬에 하나만 존재) — NetworkManager.Singleton으로 접근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Host/Client/Server 역할 시작 및 Transport(전송 계층) 설정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네트워크 동기화 대상 표시 — 고유 NetworkObjectId 자동 부여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Spawn(생성)/Despawn(제거)으로 네트워크 생명주기 관리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NetworkBehaviour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NetworkObject가 있는 오브젝트에만 추가 가능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NetworkVariable, RPC 등 네트워크 기능 제공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NetworkVariable vs RPC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NetworkVariable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상태(State) 동기화용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값이 변경되면 자동으로 모든 클라이언트에 전파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새로 접속하는 클라이언트도 최신 값 수신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예: 체력, 점수, 위치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OnValueChanged 이벤트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RPC (Remote Procedure Call — 원격 함수 호출)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이벤트/액션 전송용 — 다른 기기의 함수를 호출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일회성 호출 — 상태 저장 안 됨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나중에 접속한 클라이언트는 수신 못함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예: 총 발사, 채팅 메시지, 효과 재생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NGO 2.x: [Rpc] 어트리뷰트 사용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NGO 2.x RPC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Scripts/Networking/RpcExample.cs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Unity.Netcode;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RpcExample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서버에게 전송 — 클라이언트가 호출하면 서버에서 실행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[Rpc(SendTo.Server)]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SubmitScoreRpc(int score)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Debug.Log($"서버에서 점수 수신: {score}");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NotifyScoreRpc(score);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모든 클라이언트에게 전송 — 호출 시 전원의 기기에서 실행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NotifyScoreRpc(int score)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Debug.Log($"점수 갱신: {score}");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다양한 전송 대상 옵션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[Rpc(SendTo.Owner)]        // 오브젝트 소유자에게만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OwnerOnlyRpc() {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[Rpc(SendTo.NotOwner)]     // 소유자 제외 모두에게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NotOwnerRpc() {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[Rpc(SendTo.Authority)]    // 권위자(Authority)에게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AuthorityRpc() {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[Rpc(SendTo.대상)] 어트리뷰트로 어떤 기기에서 함수를 실행할지 지정 — SendTo 옵션으로 Server, Everyone, Owner 등 전송 대상 결정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NetworkVariable 사용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Scripts/Networking/NetworkVariableExample.cs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using Unity.Netcode;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class PlayerHealth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private NetworkVariable&lt;int&gt; m_Health = new NetworkVariable&lt;int&gt;(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value: 100,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readPerm: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writePerm: NetworkVariableWritePermission.Server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public override void OnNetworkSpawn()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m_Health.OnValueChanged += OnHealthChanged; // 값 변경 콜백 등록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UpdateHealthUI(m_Health.Value);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private void OnHealthChanged(int oldValue, int newValue)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UpdateHealthUI(newValue);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public void TakeDamage(int damage)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서버만 값 변경 가능 (writePerm이 Server이므로)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(IsServer)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m_Health.Value = Mathf.Max(0, m_Health.Value - damage);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private void UpdateHealthUI(int health) { /* UI 갱신 */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NetworkVariable로 체력을 자동 동기화 — readPerm(읽기 권한)과 writePerm(쓰기 권한)을 설정하고, 값이 변경되면 OnValueChanged 콜백 발생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NGO 네트워크 오브젝트 생명주기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Spawn — 네트워크에 오브젝트 등록 (모든 클라이언트에 생성)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NetworkObject.Spawn() — 서버/호스트에서 호출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플레이어 프리팹은 자동 Spawn (PlayerPrefab 설정)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OnNetworkSpawn() — 네트워크 Spawn 후 호출되는 콜백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IsOwner, IsServer, IsClient 등 역할 확인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Despawn — 네트워크에서 오브젝트 제거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NetworkObject.Despawn() — 모든 클라이언트에서 파괴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OnNetworkDespawn() — 정리(Cleanup) 작업 수행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UGS 프로젝트 연동 &amp; 인증 시스템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앞서 배운 인증 이론을 직접 구현 — UGS 대시보드 연동부터 익명 로그인까지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A: UGS 프로젝트 연동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브라우저에서 dashboard.unity.com 접속, 프로젝트 생성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Dashboard에서 Authentication 서비스 활성화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Project Settings &gt; Services에서 Project ID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Package Manager에서 설치 확인: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  authentication, core, netcode 패키지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빈 씬에서 InitializeAsync() 호출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Unity 에디터와 UGS 대시보드가 정상적으로 연동된 프로젝트 환경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B: 인증 시스템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AuthenticationManager.cs 스크립트 생성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Authenticate() 구현: 초기화 + 익명 로그인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SanitizeString() 유틸리티 함수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Canvas에 로그인 버튼, Player ID, 상태 UI 배치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try-catch로 인증 실패 시 예외 처리 구현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플레이 테스트: 로그인 버튼 클릭 후 Player ID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MPPM/ParrelSync에서 프로필 분리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익명 로그인이 작동하고, 멀티 인스턴스에서 각각 고유 프로필로 인증 가능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XRINetworkGameManager — 연결 상태 관리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Scripts/Networking/XRINetworkGameManager.cs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using Unity.Netcode;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using Unity.XR.CoreUtils.Bindings.Variables;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XRINetworkGameManager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enum ConnectionState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None,            // 초기 상태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Authenticating,  // UGS 인증 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Authenticated,   // 인증 완료, 네트워크 미연결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Connecting,      // 세션 연결 시도 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Connected        // 네트워크 세션 연결 완료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IReadOnlyBindableVariable로 외부 읽기 전용 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static IReadOnlyBindableVariable&lt;ConnectionState&gt; CurrentConnectionState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=&gt; m_ConnectionState;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static BindableEnum&lt;ConnectionState&gt; m_ConnectionState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= new BindableEnum&lt;ConnectionState&gt;(ConnectionState.None);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CurrentSessionType — 다음 슬라이드에서 계속...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앱의 연결 상태를 5단계로 관리하는 상태 머신 — 외부에서는 읽기만 가능하도록 IReadOnlyBindableVariable로 노출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XRINetworkGameManager — 연결 상태 관리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Scripts/Networking/XRINetworkGameManager.cs + SessionManager.cs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XRINetworkGameManager.CurrentSessionType 정적 프로퍼티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SessionManager의 sessionType을 읽고, 인터넷 미연결 시 LocalOnly로 폴백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static SessionType CurrentSessionType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get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SessionType defaultSessionType;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defaultSessionType = Instance.sessionManager.sessionType;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if (defaultSessionType == SessionType.DistributedAuthority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&amp;&amp; Application.internetReachability == NetworkReachability.NotReachable)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defaultSessionType = SessionType.LocalOnly;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catch (Exception ex)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Utils.Log($"CurrentSessionType 오류: {ex.Message}", 1);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defaultSessionType = SessionType.LocalOnly;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return defaultSessionType;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SessionType enum (SessionManager.cs)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enum SessionType { DistributedAuthority, LocalOnly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// SessionManager — Inspector에서 세션 타입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class SessionManager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SessionType m_SessionType = SessionType.DistributedAuthority;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public SessionType sessionType =&gt; m_SessionType;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인터넷 연결 여부에 따라 세션 타입을 자동 결정 — 미연결 시 LocalOnly로 전환하여 오프라인에서도 앱 작동 보장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XRINetworkGameManager 상태 흐름 (5단계)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01168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None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앱 시작, 초기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3469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0763" y="3200400"/>
            <a:ext cx="201168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Authenticating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UGS 초기화 &amp; 로그인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2712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3200400"/>
            <a:ext cx="201168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Authenticated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인증 완료, 세션 대기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1956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251" y="3200400"/>
            <a:ext cx="201168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Connecting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네트워크 세션 연결 시도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1200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8495" y="3200400"/>
            <a:ext cx="201168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Connected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네트워크 세션 연결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ConnectionState가 5단계(None → Authenticating → Authenticated → Connecting → Connected)로 순차 전이되며, 각 단계의 실패 시 이전 상태로 복귀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Distributed Authority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전용 서버 없이 멀티플레이어를 구현하는 방법 — 이 프로젝트에서 사용할 핵심 아키텍처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Distributed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전통적인 클라이언트-서버와 다른 네트워크 토폴로지(연결 구조)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전용 서버(Dedicated Server)가 필요 없음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클라이언트가 자신이 소유한 오브젝트의 권위(Authority)를 가짐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UGS Relay를 통해 클라이언트 간 데이터 중계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Session Owner — 세션을 관리하는 특별한 클라이언트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서버 비용 절감 + 지연 감소 (로컬 Authority 즉시 반영)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Client-Server vs Distributed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Client-Server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서버가 모든 오브젝트의 권위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클라이언트 입력 → 서버 처리 → 결과 수신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 비용 발생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 지연 (왕복 시간 전체 영향)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치트 방지 용이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Distributed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각 클라이언트가 자기 오브젝트 권위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자기 오브젝트는 즉시 반영 (지연 없음)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서버 비용 없음 (Relay만 사용)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소유권 이전(Ownership Transfer) 지원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소규모 협동/소셜 앱에 적합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Distributed Authority 네트워크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Client A (Session Owner)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세션 관리 + 자기 오브젝트 권위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UGS Relay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클라이언트 간 데이터 중계 서버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Client B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자기 오브젝트에 대한 독립 권위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Client 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자기 오브젝트에 대한 독립 권위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각 클라이언트가 자신의 오브젝트에 대한 권위를 가지며, Relay가 데이터를 중계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Session Owner의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Session Owner — Distributed Authority 세션의 관리자 역할 클라이언트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NetworkManager.Singleton.CurrentSessionOwner로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Session Owner의 책임: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새 클라이언트 접속 승인/거부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씬 관리 (씬 전환 등)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소유자가 나가서 주인 없는(Orphaned) 오브젝트 관리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Session Owner가 나가면 자동으로 다른 클라이언트로 이전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일반 게임 로직에서는 모든 클라이언트가 동등한 권위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Session Owner 확인 및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Scripts/Networking/SessionOwnerCheck.cs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using Unity.Netcode;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class SessionOwnerCheck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bool isSessionOwner = NetworkManager.Singleton.LocalClientId ==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NetworkManager.Singleton.CurrentSessionOwner;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(isSessionOwner)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// Session Owner만 수행하는 로직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// 예: 게임 시작 타이머 관리, 씬 전환 결정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void CheckAuthority()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(HasAuthority)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// 이 클라이언트가 이 오브젝트의 권위자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// 위치, 상태 등을 직접 변경 가능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Debug.Log($"Owner Client ID: {OwnerClientId}");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내가 Session Owner인지 확인하는 방법과, 특정 오브젝트에 대한 권위(Authority)를 판별하는 패턴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Distributed Authority에서의 소유권 이전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기본적으로 오브젝트를 Spawn한 클라이언트가 소유자(Owner)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소유권 이전이 필요한 경우: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한 플레이어가 다른 플레이어의 오브젝트를 잡을 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공유 오브젝트 (화이트보드, 공 등)의 제어권 전달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NetworkObject.ChangeOwnership(clientId)로 이전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이전 시 Authority도 함께 이전됨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쓰기 권한(WritePerm)이 Owner인 NetworkVariable은 새 소유자만 값 변경 가능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Distributed Authority 적용 시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자기 아바타는 항상 로컬 Authority — 지연 없는 추적 보장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물리 시뮬레이션: Authority가 있는 클라이언트에서만 물리 연산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Rigidbody 동기화 시 Authority 확인 필수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보안: 클라이언트가 자기 데이터를 조작할 수 있음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경쟁적 게임보다는 협동/소셜 앱에 적합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대규모 인원(50+)보다는 소규모에 최적화 (이 프로젝트에서는 maxPlayers=20으로 설정)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인터넷 미연결 시 폴백(대체)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Application.internetReachability로 네트워크 상태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NetworkReachability.NotReachable → SessionType.LocalOnly로 전환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로컬 전용 모드에서는: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UGS 인증 건너뛰기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로컬 NetworkManager로 싱글플레이어 세션 시작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오프라인에서도 앱이 정상 작동 보장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인터넷 복구 시 재연결 프롬프트 표시 가능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멀티플레이어 핵심: 지연(Latency), 대역폭(Bandwidth), 권위(Authority) 이해 필수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UGS는 인증 → 로비 → 릴레이 → NGO 순으로 계층적으로 협력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인증은 InitializeAsync() → SignInAnonymouslyAsync() 2단계로 구현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멀티 인스턴스 테스트 시 SetProfile()로 프로필을 분리해야 각각 다른 사용자로 인식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NetworkVariable은 상태 자동 동기화, RPC는 원격 함수 호출(일회성 이벤트)에 사용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Distributed Authority: 서버 없이 각 클라이언트가 자기 오브젝트의 권위 보유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XRINetworkGameManager: 5단계 상태 머신으로 인증에서 연결까지 흐름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