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VR 로코모션 &amp; 아바타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텔레포트, 연속이동, 핸드 트래킹, 아바타 IK(역운동학)까지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VR 로코모션 개요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TeleportationProvider &amp; Anchor/Area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DynamicMoveProvider &amp; Snap 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 Hands SDK &amp; Hand Tracking 원리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로코모션 시스템 구축 &amp; 핸드 트래킹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아바타 구조 &amp; XRAvatarIK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VR 로코모션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텔레포트 vs 연속이동 vs 룸스케일 — 각 방식의 원리와 장단점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로코모션이란?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로코모션(Locomotion) — VR에서 사용자가 가상 공간을 이동하는 모든 방식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현실 공간의 물리적 한계를 극복하기 위한 기술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 멀미(Motion Sickness)와의 균형이 핵심 과제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사용자 경험(UX)에 가장 큰 영향을 미치는 요소 중 하나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로코모션 3대 방식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텔레포트 (Teleport)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포물선 레이로 목적지 지정 후 순간 이동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VR 멀미 거의 없음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공간 연속성이 끊기는 단점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초보자에게 가장 안전한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연속 이동 (Continuous Move)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조이스틱으로 FPS처럼 이동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자연스러운 이동감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VR 멀미 유발 가능성 높음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숙련 사용자에게 적합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룸스케일 (Room-Scale)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실제 물리적 공간에서 걸어 다니는 방식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가장 자연스러운 이동 — 멀미 없음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Guardian/Boundary(안전 경계) 시스템으로 안전 영역 표시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물리적 공간 크기에 제한됨 (일반적으로 2m x 2m ~ 3m x 3m)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대규모 맵에서는 다른 방식과 혼합 사용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로코모션 선택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사용자 분석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VR 경험 수준 파악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멀미 민감도 평가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초보자 → 텔레포트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게임 장르 고려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액션/탐험/시뮬레이션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혼합 방식 결정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복수 로코모션 지원 권장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프로젝트 성격에 맞는 로코모션 조합을 선택하는 의사결정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 로코모션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LocomotionProvider — 모든 이동 방식의 기본 클래스(부모 클래스)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XRBodyTransformer를 통해 XR Origin의 위치/회전을 변경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LocomotionMediator가 여러 이동 요청의 우선순위를 관리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TeleportationProvider — 텔레포트 전용 프로바이더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ContinuousMoveProvider — 연속이동 기본 프로바이더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DynamicMoveProvider는 이를 확장한 Starter Assets 샘플 버전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SnapTurnProvider — 회전 처리 전용 프로바이더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여러 프로바이더를 동시에 등록하여 혼합 사용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TeleportationProvider &amp; TeleportationAnchor/Area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멀미 없는 안전한 이동의 핵심 — 텔레포트 시스템의 구성 요소와 구현 방법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텔레포트 시스템 구성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TeleportationProvider — 텔레포트 요청을 받아 XR Origin 이동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TeleportationAnchor — 고정된 특정 지점으로 텔레포트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위치와 회전을 모두 지정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TeleportationArea — 면(Surface) 위 자유 지점으로 텔레포트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NavMesh(이동 가능 영역 메시) 또는 Collider 표면 활용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Ray Interactor — 포물선 레이로 텔레포트 대상 선택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 Reticle — 도착 지점 시각적 표시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텔레포트 요청 처리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Ray Interactor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포물선 레이캐스트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TeleportationAnchor/Area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유효한 목적지 판별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QueueTeleportRequest()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텔레포트 요청 대기열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TeleportationProvider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XR Origin 위치 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사용자 입력부터 실제 이동까지의 텔레포트 처리 파이프라인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TeleportationAnchor 설정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Scripts/Locomotion/TeleportSetup.cs (교육용 예시)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UnityEngine.XR.Interaction.Toolkit.Locomotion.Teleportation;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TeleportSetup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[Header("텔레포트 앵커 설정")]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private TeleportationAnchor anchor;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텔레포트 시 목적지 방향도 함께 지정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anchor.teleportTrigger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BaseTeleportationInteractable.TeleportTrigger.OnDeactivated;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매칭 방향 모드: 앵커의 forward 방향으로 플레이어 회전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anchor.matchOrientation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MatchOrientation.TargetUpAndForward;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TeleportationAnchor의 기본 설정 — 언제 텔레포트할지(트리거 타이밍)와 도착 시 플레이어가 바라볼 방향(매칭 모드) 지정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MiniGameManager — 게임 존 텔레포트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Scripts/MiniGames/MiniGameManager.cs (교육용 예시)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MiniGameManager에서 플레이어를 게임 존으로 이동시키는 로직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void TeleportPlayerToGameZone(Transform destination)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var teleportProvider = FindFirstObjectByType&lt;TeleportationProvider&gt;();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(teleportProvider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var request = new TeleportRequest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destinationPosition = destination.position,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destinationRotation = destination.rotation,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matchOrientation = MatchOrientation.TargetUpAndForward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요청을 큐에 등록 — 다음 프레임에 처리됨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teleportProvider.QueueTeleportRequest(request);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코드로 텔레포트를 트리거하는 방법 — TeleportRequest를 만들어 큐에 등록하면 다음 프레임에 이동 처리됨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TeleportationArea vs TeleportationAnchor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TeleportationAnchor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고정된 지점으로만 이동 (의자, 마크, 게임 존 등)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위치 + 회전 모두 강제 가능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UX가 명확하고 예측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TeleportationArea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넓은 면 위 자유 이동 (바닥, 지형 등)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Collider 표면의 아무 지점이나 선택 가능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탐험형 콘텐츠에 적합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실무에서는 두 가지를 혼합 사용하는 것이 일반적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DynamicMoveProvider &amp; Snap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조이스틱 기반 연속 이동과 회전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DynamicMoveProvider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 Starter Assets에 포함된 연속 이동 프로바이더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기본 ContinuousMoveProvider를 확장한 버전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Head-relative(머리 기준) 또는 Hand-relative(손 기준) 이동 방향 전환 지원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이동 속도, 중력, Strafe(횡이동) 동작 등 세부 설정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왼손/오른손 조이스틱 바인딩 구성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DynamicMoveProvider 핵심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Samples/XRI Starter Assets/DynamicMoveProvider.cs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XRI Starter Assets에서 제공하는 DynamicMoveProvider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ContinuousMoveProvider를 확장하여 이동 방향 기준을 동적으로 전환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DynamicMoveProvider : ContinuousMoveProvider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이동 방향 기준 (머리 방향 / 손 방향)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enum MovementDirection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HeadRelative, // 머리가 바라보는 방향 기준 이동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HandRelative  // 컨트롤러가 가리키는 방향 기준 이동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MovementDirection m_LeftHandMovementDirection;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MovementDirection m_RightHandMovementDirection;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Transform m_HeadTransform;  // 카메라(Head)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Transform m_LeftControllerTransform;  // 왼손 컨트롤러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Transform m_RightControllerTransform; // 오른손 컨트롤러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이동 방향을 머리/손 기준으로 전환할 수 있는 확장 이동 프로바이더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Snap Turn 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불연속 회전으로 멀미 최소화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SnapTurnProvider — 고정 각도(예: 30도, 45도)로 순간 회전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연속 회전(Continuous Turn)보다 멀미 유발이 적음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조이스틱 좌/우 입력에 반응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turnAmount — 한 번에 회전하는 각도 설정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debounceTime — 연속 입력 방지 시간(초)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Snap Turn + Continuous Move 조합이 가장 보편적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Snap Turn vs Continuous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Snap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고정 각도만큼 즉시 회전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VR 멀미 최소화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회전 중 시각 연속성 끊김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대부분의 VR 앱 기본값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Continuous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부드럽게 연속 회전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자연스러운 회전감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VR 멀미 유발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VR 숙련자 선호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로코모션 멀미 대응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Vignette(비네트) 효과 — 이동 시 시야 주변부를 어둡게 처리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TunnelingVignetteController 활용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고정 참조 프레임 — 코 모양(Nose), 조종석 등 고정 UI 제공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Snap Turn 기본 제공 + Continuous Turn 옵션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Comfort Mode 설정 — 사용자가 직접 이동 방식 전환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속도 제한 — moveSpeed를 낮추면 멀미 감소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 Hands SDK &amp; Hand Tracking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컨트롤러 없이 맨손으로 조작하는 VR — 손 추적 기술의 원리와 구현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Hands SDK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Unity의 공식 핸드 트래킹 패키지 (com.unity.xr.hands)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Hand Tracking 표준 기반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26개 관절(Joint) 데이터를 실시간 추적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Meta Quest, HoloLens 등 다양한 디바이스 지원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Hand Subsystem(하위 시스템)을 통해 플랫폼 독립적 API 제공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핸드 트래킹 데이터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디바이스 카메라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손 이미지 캡처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 Runtime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26개 관절 위치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XRHandTrackingEvents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Subsystem → jointsUpdated 이벤트 발행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XRHandSkeletonDriver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OnJointsUpdated → Transform 매핑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디바이스 센서부터 Unity Transform까지의 핸드 트래킹 파이프라인 — XRHandTrackingEvents가 중간 이벤트 허브 역할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XRHandSkeletonDriver 관절 매핑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Packages/com.unity.xr.hands/Runtime/XRHandSkeletonDriver.cs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XRHandSkeletonDriver — XRHandTrackingEvents를 구독하여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관절 데이터를 Transform에 매핑하는 드라이버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[Serializable]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struct JointToTransformReference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XRHandJointID m_XRHandJointID;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Transform m_JointTransform;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XRHandJointID xrHandJointID { get; set;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Transform jointTransform { get; set;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partial class XRHandSkeletonDriver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XRHandTrackingEvents m_XRHandTrackingEvents;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Transform m_RootTransform;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protected List&lt;JointToTransformReference&gt; m_JointTransformReferences;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protected Transform[] m_JointTransforms;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protected NativeArray&lt;Pose&gt; m_JointLocalPoses;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이벤트 구독 및 콜백은 (2/2)에서 계속...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JointToTransformReference 구조체와 XRHandSkeletonDriver 필드 선언 — 관절 ID와 Transform 매핑 정의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XRHandSkeletonDriver 관절 매핑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Packages/com.unity.xr.hands/Runtime/XRHandSkeletonDriver.cs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XRHandSkeletonDriver (계속)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XRHandTrackingEvents.jointsUpdated 이벤트 구독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SubscribeToHandTrackingEvents()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m_XRHandTrackingEvents.jointsUpdated.AddListener(OnJointsUpdated);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m_XRHandTrackingEvents.poseUpdated.AddListener(OnRootPoseUpdated);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관절 업데이트 콜백 — 로컬 포즈 계산 후 Transform에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protected virtual void OnJointsUpdated(XRHandJointsUpdatedEventArgs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UpdateJointLocalPoses(args);      // 관절별 로컬 포즈 계산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ApplyUpdatedTransformPoses();     // Transform에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protected virtual void ApplyUpdatedTransformPoses()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for (var i = 0; i &lt; m_JointTransforms.Length; i++)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if (m_HasJointTransformMask[i])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m_JointTransforms[i].SetLocalPose(m_JointLocalPoses[i]);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이벤트 구독과 콜백 — OnJointsUpdated → UpdateJointLocalPoses → ApplyUpdatedTransformPoses 순서로 관절 Transform 갱신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XRInputModalityManager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컨트롤러 ↔ 핸드 트래킹 자동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XRInputModalityManager — 입력 모달리티(입력 방식) 전환 관리자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컨트롤러 감지 시 자동으로 컨트롤러 모드 활성화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컨트롤러를 내려놓으면 핸드 트래킹 모드로 전환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모드별 GameObject 그룹을 활성/비활성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 모드: 컨트롤러 모델 + Ray Interactor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핸드 모드: 손 메시 + Poke Interactor(손가락 터치 인터랙터)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전환 이벤트 콜백 제공 — UI 등 연동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XRHandPoseReplicator — 핸드 동기화 충실도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Scripts/Network/NetworkPlayer/XRHandPoseReplicator.cs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XRHandPoseReplicator — 네트워크를 통한 핸드 포즈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int 필드로 3단계 충실도(Fidelity — 정밀도) 레벨 제어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curl = 손가락이 구부러진 정도 (0~1 값)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[Range(0, 2), SerializeField] int m_FidelityLevel;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0 = 전체 관절 오일러 회전 전송 (최고 충실도)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1 = 손가락별 curl 값 (5 floats — 엄지/검지/중지/약지/소지)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2 = 제한 curl (3 floats — 엄지, 검지, 나머지 합산)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충실도에 따라 전송 데이터량 조절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0: 전체 관절 회전값 — 가장 정밀하지만 대역폭(전송량) 높음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1: 5개 curl float — 적당한 품질과 대역폭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2: 3개 curl float — 최소 대역폭, 제한적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3단계 충실도로 품질과 네트워크 전송량의 균형 조절 — 높을수록 정밀하지만 대역폭 소모 증가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로코모션 시스템 구축 &amp; 핸드 트래킹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앞서 배운 이론을 직접 구현 — 텔레포트 + 연속이동 혼합 시스템과 핸드 트래킹 연동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A: 텔레포트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XR Origin에 TeleportationProvider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Left Controller에 XR Ray Interactor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바닥에 TeleportationArea + Collider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빈 오브젝트 3개에 TeleportationAnchor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각 Anchor에 Teleport Reticle 프리팹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플레이 테스트: 트리거 누르고 조준 후 놓아서 이동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텔레포트 기반 이동 시스템이 정상 작동하는 VR 씬 완성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B: 연속이동 + Snap Turn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XR Origin에 DynamicMoveProvider 추가, 오른손 바인딩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SnapTurnProvider 추가 (45도 회전, 0.5초 간격)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Movement Direction → HeadRelative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TunnelingVignetteController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왼손=텔레포트, 오른손=조이스틱 이동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Settings UI에 이동 방식 전환 Toggle 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텔레포트와 연속이동을 동시에 지원하는 하이브리드 로코모션 시스템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C: 핸드 트래킹 연동 테스트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XR Plug-in Management에서 Hand Tracking 활성화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Left/Right Hand에 XRHandSkeletonDriver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XRInputModalityManager로 모드 그룹 할당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컨트롤러 내려놓고 손 메시 활성화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손가락 Poke로 UI 버튼 반응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Pinch(엄지+검지 집기)로 텔레포트 조준/이동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컨트롤러와 핸드 트래킹 간 자동 전환이 작동하는 VR 인터랙션 환경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아바타 구조 &amp; XRAvatarIK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멀티플레이어에서 나를 대신할 가상 신체 — IK(역운동학)로 3점 추적 데이터를 전신으로 확장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아바타의 구조적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추적 가능한 포인트가 제한적 (HMD + 2 Controllers = 3점)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핸드 트래킹 시 손가락 관절까지 활용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하체 데이터 없음 — IK(Inverse Kinematics, 역운동학) 또는 애니메이션으로 추정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1인칭 시점에서 자기 몸이 보이지 않는 경우도 있음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멀티플레이어에서는 타인에게 보이는 아바타 필수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아바타 IK 처리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HMD Transform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머리 위치/회전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XRAvatarIK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Head→Torso 회전 (Slerp 보간 + 임계값)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Controller Transform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양손 위치/회전 추적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별도 IK 시스템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팔 관절 등은 Animation Rigging 등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XRAvatarIK는 Head→Torso 회전만 담당, 팔 IK는 별도 시스템에서 처리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XRAvatarIK — 몸통 회전 추정 로직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Scripts/Network/NetworkPlayer/XRAvatarIK.cs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XRAvatarIK — 머리 회전에 따라 몸통(Torso)을 회전시키는 컴포넌트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팔/손 IK는 포함하지 않음 — Head-to-Torso 회전만 담당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XRAvatarIK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Transform m_HeadTransform;          // HMD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Transform m_TorsoParentTransform;   // 몸통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Transform m_HeadVisualsRoot;        // 머리 비주얼 루트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Transform m_Neck;                   // 목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float m_HeadHeightOffset = 0.3f;   // 머리 높이 오프셋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float m_RotateThreshold = 25f;      // 회전 임계값(도)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float m_RotateSpeed = 3.0f;         // 회전 보간 속도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Transform m_Transform;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float m_DestinationY;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private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m_Transform = GetComponent&lt;Transform&gt;();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m_DestinationY = m_HeadTransform.eulerAngles.y;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Update()는 다음 슬라이드에서 계속...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클래스 선언, SerializeField 필드(Head/Torso/Neck Transform, 회전 파라미터), Start() 초기화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XRAvatarIK — 몸통 회전 추정 로직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Scripts/Network/NetworkPlayer/XRAvatarIK.cs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XRAvatarIK.Update() — 매 프레임 머리/몸통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private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머리 비주얼 위치 갱신 (HMD 위치 - 높이 오프셋)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m_HeadVisualsRoot.position = m_HeadTransform.position;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m_HeadVisualsRoot.position -= m_HeadTransform.up * m_HeadHeightOffset;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m_Neck.rotation = m_HeadTransform.rotation;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몸통 위치를 머리 위치에 맞춤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m_Transform.position = m_HeadTransform.position;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Slerp(구면 선형 보간)로 몸통을 목표 방향으로 부드럽게 회전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m_TorsoParentTransform.rotation = Quaternion.Slerp(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m_TorsoParentTransform.rotation,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Quaternion.Euler(new Vector3(0, m_DestinationY, 0)),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Time.deltaTime * m_RotateSpeed);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몸통과 머리의 좌우 회전(Yaw) 차이가 임계값 이상이면 목표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(Mathf.Abs(m_TorsoParentTransform.eulerAngles.y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- m_HeadTransform.eulerAngles.y) &gt;= m_RotateThreshold)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m_DestinationY = m_HeadTransform.eulerAngles.y;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머리 비주얼 스케일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m_HeadVisualsRoot.localScale = m_HeadTransform.localScale;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매 프레임 머리 위치에 맞춰 몸통을 이동하고, 좌우 회전 차이가 임계값을 넘으면 몸통이 따라 회전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XRAvatarIK 핵심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Head-to-Torso 회전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XRAvatarIK는 머리(Head) → 몸통(Torso) 회전만 담당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Quaternion.Slerp(구면 보간)로 목표 방향으로 부드럽게 회전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Yaw(좌우 회전) 차이가 임계값 이상이면 목표 방향 갱신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실제 사람의 목-몸통 연동 동작을 모사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팔/손 IK는 XRAvatarIK에 포함되지 않음 — 별도 시스템에서 처리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Two-Bone IK(2관절 역운동학) 등은 Animation Rigging 패키지 활용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하체: 몸통 방향에 따라 고정 포즈 또는 걷기 애니메이션 블렌딩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아바타 동기화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Transform 직접 동기화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Head, LeftHand, RightHand Transform 전송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수신 측에서 IK로 전신 재구성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네트워크 대역폭 최소 (3 Pose(위치+회전) = ~72 bytes)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모든 클라이언트가 동일한 IK 결과 보장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본(Bone) 전체 동기화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모든 본의 회전값을 직접 전송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IK 계산 불필요 — 수신 측 부하 감소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 높음 (20+ bones = ~480 bytes)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핸드 트래킹 시 손가락 포함 가능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프로젝트 아바타 시스템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XRAvatarIK — Head-to-Torso 회전 전용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머리 → 몸통 회전 (m_RotateThreshold ~25도, Slerp 보간)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팔/손 IK는 별도 시스템에서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XRHandPoseReplicator — 핸드 트래킹 데이터 동기화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3단계 충실도: 0(전체 관절 회전) / 1(손가락별 curl) / 2(제한 curl)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대역폭과 품질의 균형 조절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XRInputModalityManager — 입력 모드 전환 관리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 ↔ 핸드 트래킹 자동 전환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VR 로코모션: 텔레포트(안전) + 연속이동(자연) 혼합이 최선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TeleportationProvider의 QueueTeleportRequest()로 프로그래밍 방식 텔레포트 가능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DynamicMoveProvider는 Head/Hand 기준 이동 방향 전환 지원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 Hands SDK: 26개 관절 추적, XRHandSkeletonDriver로 매핑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XRInputModalityManager: 컨트롤러 ↔ 핸드 트래킹 자동 전환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XRAvatarIK: 머리→몸통 회전 전용 — 좌우 회전 차이가 임계값 초과 시 부드럽게 보간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핸드 포즈 동기화는 3단계 충실도(0/1/2)로 품질과 대역폭 균형 조절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