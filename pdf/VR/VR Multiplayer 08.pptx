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네트워크 플레이어 &amp; 음성 채팅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XRINetworkPlayer, Avatar Replication(아바타 복제), Vivox Voice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XRINetworkPlayer 구조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아바타 복제 (Head/Hand Transform + Hand Pose)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XRHandPoseReplicator 피델리티 레벨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Vivox 음성 채팅 개요 &amp; 3D Positional 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네트워크 플레이어 아바타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VoiceChatManager 연동 &amp;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XRINetworkPlayer 구조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핵심 질문: 상대방에게 '나'를 어떻게 보여줄까? 각 플레이어를 대표하는 네트워크 오브젝트의 구조를 분석합니다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XRINetworkPlayer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각 플레이어의 네트워크 아바타를 관리하는 핵심 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접속 플레이어마다 하나씩 스폰되는 NetworkBehaviour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플레이어 정보를 NetworkVariable(네트워크 동기화 변수)로 관리: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m_PlayerName(이름), m_PlayerColor(색상), m_PlayerVoiceId(음성 ID)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m_PlatformType: VR/PC/모바일 플랫폼 구분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selfMuted: 자기 음소거 상태 (모든 플레이어가 읽기 가능)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Owner(로컬 플레이어)만 LateUpdate에서 Transform 업데이트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 디바이스(헤드셋, 컨트롤러) 위치 → 네트워크 아바타로 복사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XRINetworkPlayer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 Origin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로컬 VR 디바이스</a:t>
            </a:r>
            <a:br/>
            <a:r>
              <a:t>Head/Hand 추적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LateUpdate</a:t>
            </a:r>
            <a:br/>
            <a:r>
              <a:t>(Owner만 실행)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디바이스 → 아바타</a:t>
            </a:r>
            <a:br/>
            <a:r>
              <a:t>Transform 복사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NetworkTransform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네트워크로</a:t>
            </a:r>
            <a:br/>
            <a:r>
              <a:t>위치 데이터 전송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Remote Avatar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상대방 화면에</a:t>
            </a:r>
            <a:br/>
            <a:r>
              <a:t>내 아바타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내 VR 헤드셋/컨트롤러 위치가 네트워크를 거쳐 상대방 화면의 아바타에 반영됩니다. Owner만 Transform을 업데이트하고, NetworkTransform이 자동으로 전파합니다.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XRINetworkPlayer - NetworkVariable 선언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Scripts/Player/XRINetworkPlayer.cs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이 클래스의 역할: 접속한 각 플레이어의 이름, 색상, 음성 ID 등을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네트워크 전체에 동기화하고, XR 디바이스 → 아바타 Transform을 복사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class XRINetworkPlayer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모든 NetworkVariable은 readonly로 선언하여 재할당 방지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Everyone(모두 읽기 가능) / Owner(소유자만 쓰기 가능)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readonly NetworkVariable&lt;FixedString128Bytes&gt; m_PlayerName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new NetworkVariable&lt;FixedString128Bytes&gt;(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"",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readonly NetworkVariable&lt;Color&gt; m_PlayerColor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new NetworkVariable&lt;Color&gt;(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Color.white,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readonly NetworkVariable&lt;FixedString128Bytes&gt; m_PlayerVoiceId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new NetworkVariable&lt;FixedString128Bytes&gt;(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"",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readonly인가? NetworkVariable 자체는 교체하면 안 되고, .Value만 변경해야 합니다. FixedString128Bytes는 NGO에서 문자열을 안전하게 동기화하기 위한 고정 크기 타입입니다.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XRINetworkPlayer - NetworkVariable 선언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Scripts/Player/XRINetworkPlayer.cs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플랫폼 구분 (0=VR, 1=PC 등) — int로 간단하게 표현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readonly NetworkVariable&lt;int&gt; m_PlatformType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new NetworkVariable&lt;int&gt;(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자기 음소거 상태 — 모든 플레이어가 읽어서 음소거 아이콘 표시 가능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[HideInInspector] public readonly NetworkVariable&lt;bool&gt; selfMuted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new NetworkVariable&lt;bool&gt;(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false,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아바타 부위별 Transform 참조 (프리팹의 자식 오브젝트)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[Header("Avatar References")]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Transform head;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Transform leftHand;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Transform rightHand;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XR 디바이스 참조 — 런타임에 FindFirstObjectByType으로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protected Transform m_HeadOrigin;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protected Transform m_LeftHandOrigin;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protected Transform m_RightHandOrigin;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GameObject[] m_handsObjects;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head/leftHand/rightHand는 프리팹의 자식 오브젝트를 가리키는 public Transform입니다. m_HeadOrigin 등은 로컬 XR 디바이스 참조로, 런타임에만 설정됩니다.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XRINetworkPlayer - LateUpdate &amp; 3D Voice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Scripts/Player/XRINetworkPlayer.cs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이 메서드의 목적: XR 디바이스의 실시간 위치를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네트워크 아바타에 매 프레임 복사 (Owner만 실행)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void LateUpdate()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(!IsOwner) return; // 내 아바타만 업데이트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(m_HeadOrigin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head.SetPositionAndRotation(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m_HeadOrigin.position, m_HeadOrigin.rotation);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(m_LeftHandOrigin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leftHand.SetPositionAndRotation(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m_LeftHandOrigin.position, m_LeftHandOrigin.rotation);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... m_RightHandOrigin도 동일 패턴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3D 음성 위치 업데이트 관련 필드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매 프레임이 아닌 0.1초 간격으로 최적화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protected float m_VoicePositionUpdateTime = .1f;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protected float m_VoicePositionCheckTimer;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protected Vector3 m_PrevHeadPos;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LateUpdate인가? Update 후에 실행되므로 XR 추적 시스템이 위치를 확정한 뒤 복사하여 1프레임 지연을 방지합니다. NetworkTransform이 이 값을 자동으로 다른 플레이어에게 전송합니다.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XRINetworkPlayer - Update &amp; SetupLocal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Scripts/Player/XRINetworkPlayer.cs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protected virtual void 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Owner만: 3D 음성 위치를 주기적으로 Vivox에 전달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(IsOwner &amp;&amp; XRINetworkGameManager.Instance.positionalVoiceChat)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(Time.time &gt; m_VoicePositionCheckTimer)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m_VoicePositionCheckTimer += m_VoicePositionUpdateTime;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// 0.05m 이상 이동했을 때만 업데이트 (최적화)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if (Vector3.Distance(m_PrevHeadPos,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m_HeadOrigin.position) &gt; 0.05f)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m_PrevHeadPos = m_HeadOrigin.position;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m_VoiceChat.Set3DAudio(m_HeadOrigin);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모든 플레이어: 음성 진폭 부드럽게 보간 (입 애니메이션용)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m_VoiceAmplitudeCurrent = Mathf.Lerp(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m_VoiceAmplitudeCurrent, m_VoiceAmplitudeDestination,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Time.deltaTime * k_VoiceAmplitudeSpeed);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SetupLocalPlayer()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로컬 핸드 오브젝트 숨기기 (XR 컨트롤러와 중복 방지)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foreach (var handObj in m_handsObjects)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handObj.SetActive(false);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3D 음성 업데이트를 0.1초 + 0.05m 임계값으로 제한하는 이유: 매 프레임 호출하면 불필요한 네트워크 트래픽이 발생합니다. SetupLocalPlayer()에서 로컬 핸드를 숨기는 이유: XR 컨트롤러 모델과 아바타 손이 겹쳐 보이는 것을 방지합니다.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로컬 vs 리모트 플레이어 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IsOwner 체크로 로컬/리모트 동작을 분기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로컬 플레이어 (IsOwner == true):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LateUpdate에서 XR 디바이스 위치 → 아바타 Transform 복사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SetupLocalPlayer()에서 아바타 손 숨기기 (XR 컨트롤러와 중복 방지)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음성 입력 처리 (마이크 → Vivox)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리모트 플레이어 (IsOwner == false):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NetworkTransform이 자동으로 위치를 보간 + 손 메시 표시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음성 출력 처리 (Vivox → 스피커)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아바타 색상이 m_PlayerColor에 따라 변경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아바타 복제 (Head/Hand Transform + Hand Pose)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머리와 손의 위치뿐 아니라, 손가락이 어떤 모양인지(손 포즈)까지 네트워크로 전달하여 실감나는 아바타를 구현합니다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아바타 복제가 필요한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Head Transform (위치 + 회전) — 플레이어 시선 방향 결정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Left/Right Hand Transform (위치 + 회전)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손의 3D 공간 내 위치 및 방향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Hand Pose(손 포즈 — 손가락의 구부림 상태)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컨트롤러 모드: Grip, Trigger, Thumbstick 입력값 (3개)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핸드 트래킹 모드: 각 관절별 회전값 (26개 관절)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음성 진폭(Voice Amplitude — 말하는 소리의 크기)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입 블렌드셰이프(BlendShape, 메시 변형)에 반영 → 말하는 입 애니메이션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트레이드오프: 대역폭(전송량) vs 피델리티(충실도, 얼마나 정밀한가)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아바타 데이터 동기화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 Device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Head/Hand</a:t>
            </a:r>
            <a:br/>
            <a:r>
              <a:t>위치 추적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XRINetworkPlayer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LateUpdate에서</a:t>
            </a:r>
            <a:br/>
            <a:r>
              <a:t>Transform 복사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HandPoseReplicator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손가락 Curl/Rotation</a:t>
            </a:r>
            <a:br/>
            <a:r>
              <a:t>압축 후 전송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Remote Avatar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위치 + 손 포즈</a:t>
            </a:r>
            <a:br/>
            <a:r>
              <a:t>복원 및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역할 분담: 위치 데이터는 NetworkTransform이 자동 처리하고, 손 포즈는 XRHandPoseReplicator가 별도로 압축/전송합니다.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XRAvatarVisuals - 머티리얼 &amp; 로컬/리모트 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로컬 vs 리모트 머티리얼 자동 교체 (LocalPlayerMaterialSwap 헬퍼)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로컬: 반투명 또는 비표시 (VR에서 자기 몸이 보이면 어색함)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리모트: 불투명 + m_PlayerColor 적용 (상대방에게만 보임)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필드: m_HeadRends(Renderer[]), m_headRend(SkinnedMeshRenderer)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호스트 플레이어 왕관(Crown) 표시 (m_HostVisuals)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OwnerClientId == CurrentSessionOwner(세션 관리자) + m_ShowHostVisuals 조건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왜 IsSessionOwner가 아닌 CurrentSessionOwner 비교? 리모트에서도 판단 가능하도록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XRAvatarVisuals - 음성 진폭 &amp; 입 애니메이션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음성 진폭 → 입 블렌드셰이프(메시 변형) 매핑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Update()에서 매 프레임 UpdateMouth() 호출 (폴링 방식)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XRINetworkPlayer의 playerVoiceAmp 값을 읽어와서(폴링) 적용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블렌드셰이프 weight = 100 - (amplitude * 100)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100 = 입 닫힘, 0 = 입 열림 → 소리가 클수록 입이 크게 열림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하드코딩된 index 0 사용 (첫 번째 블렌드셰이프 = 입 열기)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XRAvatarVisuals - 스폰 콜백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Scripts/Player/XRAvatarVisuals.cs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이 클래스의 역할: 네트워크 아바타의 시각적 요소(머티리얼, 왕관,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입 애니메이션)를 로컬/리모트에 맞게 처리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class XRAvatarVisuals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Renderer[] m_HeadRends;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SkinnedMeshRenderer m_headRend; // 입 블렌드셰이프용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GameObject m_HostVisuals;        // 호스트 왕관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bool m_ShowHostVisuals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LocalPlayerMaterialSwap m_LocalPlayerMaterialSwap;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protected XRINetworkPlayer m_NetworkPlayer;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void PlayerSpawnedLocal()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m_LocalPlayerMaterialSwap.SwapMaterials(); // 로컬용 머티리얼 교체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// Mirror 레이어: 거울에만 자기 아바타가 보이도록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int layer = LayerMask.NameToLayer("Mirror");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foreach (var r in m_HeadRends)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r.gameObject.layer = layer;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r.shadowCastingMode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UnityEngine.Rendering.ShadowCastingMode.On;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로컬 머티리얼을 교체하는 이유: VR에서 자기 머리 메시가 불투명하면 시야를 가립니다. Mirror 레이어로 설정하면 거울에서만 자기 모습을 볼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XRAvatarVisuals - 입 애니메이션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Scripts/Player/XRAvatarVisuals.cs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모든 플레이어(로컬+리모트) 스폰 시 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void PlayerSpawnedAll()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// 호스트 왕관: 세션 관리자인 플레이어에게만 표시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m_HostVisuals.SetActive(m_ShowHostVisuals &amp;&amp;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m_NetworkPlayer.NetworkObject.OwnerClientId ==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NetworkManager.Singleton.CurrentSessionOwner);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음성 진폭 → 입 블렌드셰이프 변환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void UpdateMouth()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if (m_headRend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// 반전 공식: 100(닫힘) → 0(열림)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m_headRend.SetBlendShapeWeight(0,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100 - (m_NetworkPlayer.playerVoiceAmp * 100f));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void 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UpdateMouth(); // 매 프레임 입 애니메이션 갱신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반전 공식의 이유: 블렌드셰이프 weight 100은 '입 닫힘' 상태입니다. 음성 진폭(0~1)이 클수록 weight를 낮춰 입이 열리게 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XRHandPoseReplicator 피델리티(Fidelity) 레벨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핵심 문제: 손가락 26개 관절을 매 프레임 전송하면 대역폭이 폭발합니다. 3단계 피델리티(충실도)로 품질과 대역폭의 균형을 잡습니다.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XRHandPoseReplicator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손 포즈를 네트워크로 동기화하는 컴포넌트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NetworkList&lt;Vector3&gt;로 관절 회전값, NetworkList&lt;float&gt;로 curl(구부림) 값 동기화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두 가지 입력 모드 지원: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핸드 트래킹: XRHandSkeletonDriver(손 골격 드라이버)에서 관절 데이터 수집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컨트롤러: Grip/Trigger/Thumbstick 입력으로 curl 계산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XRInputModalityManager의 이벤트로 핸드 트래킹/컨트롤러 자동 전환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피델리티 레벨(0/1/2)로 대역폭 vs 품질 조절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0=최고 품질(312B), 1=중간(20B), 2=최소 대역폭(12B)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피델리티(충실도) 레벨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높은 피델리티 (레벨 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모든 관절의 개별 회전값 전송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26개 관절 x Quaternion(Vector3로 압축)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대역폭: 최대 (약 312 bytes/프레임)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품질: 최고 — 손가락 하나하나 정확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핸드 트래킹에 적합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낮은 피델리티 (레벨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3개의 curl(구부림) 값만 전송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Thumb + Trigger + Grip (index 0/1/2)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대역폭: 최소 (12 bytes/프레임)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품질: 기본 — 대략적 손 모양만 표현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컨트롤러 입력에 적합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피델리티 레벨 상세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Fidelity 0~1: 핸드 트래킹 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Fidelity 0: 관절별 개별 회전 (Full Per-Joint Rotation)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각 관절 회전값을 모두 전송 (가장 정밀, 가장 큰 대역폭)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핸드 트래킹 시 손가락 26개 관절을 독립적으로 표현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Fidelity 1: 손가락별 평균 curl (Per-Finger Average Curl)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5개 손가락 각각의 평균 구부림 값만 전송 (5개 float)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각 손가락이 독립적으로 구부러지지만 관절 디테일은 없음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피델리티 레벨 상세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Fidelity 2: 컨트롤러 전용 (가장 가벼움)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Fidelity 2: 3개 curl 값 (Limited 3-Curl)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Thumb(엄지, index 0), Trigger(검지, index 1), Grip(중~소지, index 2)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각 curl 값이 해당 손가락 그룹의 구부림 정도를 결정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최소 대역폭(12 bytes), 컨트롤러 기반에 충분한 표현력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왜 3개로 충분한가? 컨트롤러는 Grip/Trigger/Thumb 3개 입력만 제공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대역폭 절약이 최우선인 프로젝트에서 기본 선택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XRHandPoseReplicator - Update &amp; 피델리티 분기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Scripts/Player/XRHandPoseReplicator.cs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XRHandPoseReplicator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[Header("Hands and Fingers"), Tooltip("0=최고품질, 2=최저")]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[Range(0, 2), SerializeField] int m_FidelityLevel;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NetworkList&lt;Vector3&gt; m_FingerRotationsLeft;  // Fidelity 0용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NetworkList&lt;Vector3&gt; m_FingerRotationsRight;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NetworkList&lt;float&gt; m_FingerCurlLeft;  // Fidelity 1-2용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NetworkList&lt;float&gt; m_FingerCurlRight;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NetworkVariable&lt;bool&gt; m_IsInitialized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new(false,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3중 가드: 초기화 완료 + 연결 중 + 종료 안 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(!m_IsInitialized.Value || !NetworkManager.IsConnectedClient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|| NetworkManager.ShutdownInProgress)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(trackingType == XRInputModalityManager.InputMode.TrackedHand)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switch (m_FidelityLevel) // 핸드 트래킹: 피델리티별 분기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case 0: SyncAllFingerData(); break;    // 전체 관절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case 1: SyncFingerCurl(); break;        // 5손가락 curl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case 2: SyncFingerCurlLimited(); break; // 3curl만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else { SyncControllerTracking(); } // 컨트롤러: 항상 3curl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Update()에서 3중 가드를 쓸까? 네트워크가 아직 준비되지 않았거나 종료 중일 때 NetworkList 접근을 시도하면 오류가 발생합니다. 핸드 트래킹과 컨트롤러에 따라 다른 동기화 메서드를 호출합니다.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XRHandPoseReplicator - SyncFingerCurlLimited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Scripts/Player/XRHandPoseReplicator.cs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이 메서드의 목적: Fidelity 2에서 최소한의 손 포즈 데이터만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동기화하여 대역폭을 최소화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void SyncFingerCurlLimited()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(IsOwner)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Owner: 실제 입력에서 curl 값을 계산하여 NetworkList에 기록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SetNetworkCurlLimited(); // [0]=Thumb, [1]=Trigger, [2]=Grip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(m_UpdateHandsLocally)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GetNetworkCurlLimited(); // 로컬 아바타에도 즉시 적용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else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리모트: NetworkList에서 curl 값을 읽어 아바타에 적용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GetNetworkCurlLimited();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Owner/리모트 분기 패턴: Owner는 입력 데이터를 NetworkList에 '쓰고', 리모트는 NetworkList에서 '읽어서' 아바타에 적용합니다. Fidelity 2 curl 순서: [0]=Thumb(엄지), [1]=Trigger(검지), [2]=Grip(나머지).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입력 모드 자동 전환 - OnNetworkSpawn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Scripts/Player/XRHandPoseReplicator.cs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XRInputModalityManager m_XRModalityManager;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override void OnNetworkSpawn()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(IsOwner) // 로컬 플레이어만 입력 시스템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xrOrigin = FindFirstObjectByType&lt;XROrigin&gt;();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(xrOrigin.TryGetComponent(out m_XRModalityManager))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SetupLocalHands();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SetupLocalHands()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(m_XRModalityManager.leftController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m_LeftControllerTransformReference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m_XRModalityManager.leftController.transform;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(m_XRModalityManager.leftHand ==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핸드 트래킹 미지원 → 컨트롤러로 폴백(대체)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m_LeftHandTransformReference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m_LeftControllerTransformReference;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m_RightHandTransformReference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m_RightControllerTransformReference;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SetTrackingType(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XRInputModalityManager.InputMode.MotionController);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... else: 핸드 트래킹 지원 시 다음 슬라이드에서 이벤트 구독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폴백이 필요한가? 모든 VR 디바이스가 핸드 트래킹을 지원하지 않습니다. leftHand가 null이면 컨트롤러 Transform을 대신 사용하여 호환성을 보장합니다.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입력 모드 자동 전환 - 이벤트 구독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Scripts/Player/XRHandPoseReplicator.cs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else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XRHandSkeletonDriver: 손 관절 데이터를 제공하는 컴포넌트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leftHandSkeleton = m_XRModalityManager.leftHand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.GetComponentInChildren&lt;XRHandSkeletonDriver&gt;();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rightHandSkeleton = m_XRModalityManager.rightHand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.GetComponentInChildren&lt;XRHandSkeletonDriver&gt;();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(rightHandSkeleton != null || leftHandSkeleton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// 현재 모드로 초기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SetTrackingType(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XRInputModalityManager.currentInputMode.Value);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// 모드 변경 이벤트 구독 — 런타임에 자동 전환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m_XRModalityManager.trackedHandModeStarted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.AddListener(SwapToHands);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m_XRModalityManager.motionControllerModeStarted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.AddListener(SwapToControllers);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이벤트 핸들러: 모드 전환 시 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SwapToHands()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SetTrackingType(XRInputModalityManager.InputMode.TrackedHand);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SwapToControllers()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SetTrackingType(XRInputModalityManager.InputMode.MotionController);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이벤트 구독 패턴의 장점: 사용자가 컨트롤러를 내려놓고 핸드 트래킹으로 전환하면, 자동으로 추적 모드가 바뀌어 끊김 없는 전환이 가능합니다.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피델리티 레벨별 데이터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Level 0</a:t>
            </a:r>
            <a:br/>
            <a:r>
              <a:t>최고 품질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26 Joints</a:t>
            </a:r>
            <a:br/>
            <a:r>
              <a:t>312 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8118" y="3474720"/>
            <a:ext cx="7741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Level 1</a:t>
            </a:r>
            <a:br/>
            <a:r>
              <a:t>중간 품질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5 Fingers</a:t>
            </a:r>
            <a:br/>
            <a:r>
              <a:t>20 bytes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9445" y="3474720"/>
            <a:ext cx="7741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Level 2</a:t>
            </a:r>
            <a:br/>
            <a:r>
              <a:t>최소 대역폭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3 Curls</a:t>
            </a:r>
            <a:br/>
            <a:r>
              <a:t>12 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Level 0은 핸드 트래킹에 적합하고, Level 2는 컨트롤러에 적합합니다. Level 1은 핸드 트래킹이지만 대역폭을 아끼고 싶을 때 타협안입니다.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Vivox 음성 채팅 개요 &amp; 3D Positional Audio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VR에서는 키보드를 칠 수 없으므로 음성이 핵심 소통 수단입니다. Vivox 서비스로 3D 공간 음향까지 구현합니다.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Vivox 음성 채팅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UGS(Unity Gaming Services)의 음성/텍스트 커뮤니케이션 서비스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직접 음성 서버를 구축하지 않아도 음성 채팅 구현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VR에서 키보드 타이핑이 불편 → 음성이 주요 소통 수단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주요 기능: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1:1 대화, 그룹 채팅, 채널 기반 통신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3D Positional Audio(공간 음향 — 거리에 따른 음량 감쇠)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플레이어별 음소거, 볼륨 조절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무료 티어: 동시 5,000 사용자까지 사용 가능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Vivox 서비스 사용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이벤트 구독</a:t>
            </a:r>
            <a:br/>
            <a:r>
              <a:t>(Start)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XRINetworkGameManager</a:t>
            </a:r>
            <a:br/>
            <a:r>
              <a:t>연결 상태 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ConnectTo</a:t>
            </a:r>
            <a:br/>
            <a:r>
              <a:t>VoiceChannel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세션 입장 시</a:t>
            </a:r>
            <a:br/>
            <a:r>
              <a:t>3D 음성 채널 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Set3DAudio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플레이어 위치를</a:t>
            </a:r>
            <a:br/>
            <a:r>
              <a:t>Vivox에 주기적 전달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Disconnect</a:t>
            </a:r>
            <a:br/>
            <a:r>
              <a:t>Async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세션 퇴장 시</a:t>
            </a:r>
            <a:br/>
            <a:r>
              <a:t>채널 나가기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VoiceChatManager가 세션 입장/퇴장 이벤트에 반응하여 음성 채널을 자동으로 참가/퇴장합니다. 3D 위치는 XRINetworkPlayer가 주기적으로 전달합니다.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3D Positional Audio(공간 음향)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채널 참가 시 JoinPositionalChannelAsync() 사용 (일반 채널과 달리 3D 위치 정보 포함)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Channel3DProperties(3D 음향 설정값) 구성: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audibleDistance: 소리가 들리는 최대 거리 (이 밖은 무음)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conversationalDistance: 정상 음량으로 들리는 거리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audioFadeIntensityByDistance: 거리별 음량 감쇠 강도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audioFadeModel: LinearByDistance (선형 감쇠 — 직관적이어서 권장)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Set3DAudio(m_HeadOrigin)으로 리스너(듣는 사람) 위치 업데이트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결과: 가까이 있는 사람은 크게, 멀리 있는 사람은 작게 들림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VoiceChatManager - 초기화 &amp; 채널 참가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Scripts/Voice/VoiceChatManager.cs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이 클래스의 역할: Vivox 음성 채팅의 연결/해제/음소거를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게임 세션 흐름에 맞춰 자동으로 관리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class VoiceChatManager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[SerializeField] int m_AudibleDistance = 32;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[SerializeField] int m_ConversationalDistance = 7;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[SerializeField] AudioFadeModel m_AudioFadeModel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AudioFadeModel.LinearByDistance;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// 로컬 전용 세션이면 음성 채팅 불필요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(XRINetworkGameManager.CurrentSessionType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== SessionType.LocalOnly)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// 이벤트 구독: 연결 상태 변화 시 자동 처리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XRINetworkGameManager.CurrentConnectionState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.Subscribe(ConnectionStateUpdated);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XRINetworkGameManager.Connected.Subscribe(ConnectedToGame);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async void ConnectToVoiceChannel()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// 3D 공간 음향 설정으로 음성 채널 참가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Channel3DProperties properties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new Channel3DProperties(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AudibleDistance, ConversationalDistance,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AudioFadeIntensity, AudioFadeModel);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await VivoxService.Instance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.JoinPositionalChannelAsync(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m_CurrentLobbyId, m_ChatCapability,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properties);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이벤트 구독 패턴인가? Vivox를 직접 초기화하지 않고 게임 매니저의 연결 이벤트에 반응합니다. 세션 입장 시 자동으로 음성 채널에 참가하여, 개발자가 타이밍을 직접 관리하지 않아도 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VoiceChatManager - 음소거 &amp; 정리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Scripts/Voice/VoiceChatManager.cs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이 메서드의 목적: 자기 마이크 음소거를 토글하거나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특정 값으로 강제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void ToggleSelfMute(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bool setManual = false, bool mutedOverrideValue = false)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마이크 권한이 있는 경우에만 음소거 상태 변경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(Permission.HasUserAuthorizedPermission(Permission.Microphone))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m_SelfMuted.Value = setManual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? mutedOverrideValue : !m_SelfMuted.Value;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else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m_SelfMuted.Value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DA 모드 + Vivox 로그인 상태에서만 실제 음소거 적용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(XRINetworkGameManager.CurrentSessionType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== SessionType.DistributedAuthority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&amp;&amp; VivoxService.Instance.IsLoggedIn)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(m_SelfMuted.Value)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VivoxService.Instance.MuteInputDevice();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else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VivoxService.Instance.UnmuteInputDevice();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else { OfflinePlayerAvatar.muted = m_SelfMuted.Value;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async void DisconnectAsync()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m_ConnectionStatus.Value = "Leaving current channel";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await VivoxService.Instance.LeaveAllChannelsAsync();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Permission 체크가 필요한가? VR 디바이스에서 마이크 권한이 없으면 음소거 해제를 시도해도 의미가 없습니다. DA 모드에서만 Vivox API를 호출하는 이유: 다른 모드에서는 로컬 아바타의 muted 플래그만 변경합니다.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VoiceChatManager - 3D 위치 업데이트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Scripts/Voice/VoiceChatManager.cs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3D 위치 업데이트 구조: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VoiceChatManager 자체는 Update()에서 위치를 보내지 않음.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대신 XRINetworkPlayer.Update()가 위임 패턴으로 처리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왜 위임할까? XRINetworkPlayer가 이미 머리 위치를 알고 있으므로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VoiceChatManager가 별도로 Transform을 찾을 필요가 없음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XRINetworkPlayer.Update() 내부: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if (IsOwner &amp;&amp; positionalVoiceChat)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if (Time.time &gt; m_VoicePositionCheckTimer)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    m_VoicePositionCheckTimer += m_VoicePositionUpdateTime;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    // 0.05m 이상 이동했을 때만 실제 업데이트 (대역폭 절약)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    if (Vector3.Distance(m_PrevHeadPos, pos) &gt; 0.05f)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        m_PrevHeadPos = m_HeadOrigin.position;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        m_VoiceChat.Set3DAudio(m_HeadOrigin);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위임 패턴의 설계 의도: 3D 음성 위치 업데이트를 VoiceChatManager 대신 XRINetworkPlayer가 처리합니다. 0.1초 간격 + 0.05m 이동 임계값의 2중 최적화로 불필요한 네트워크 호출을 줄입니다.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Vivox와 XRINetworkPlayer 연동 - 음성 진폭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음성 진폭 처리: 콜백 → 보간 → 폴링의 3단계 아키텍처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1단계: Vivox가 ParticipantAudioEnergyChanged 콜백으로 음성 에너지 전달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2단계: 콜백에서 m_VoiceAmplitudeDestination에 목적지 값만 저장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3단계: Update()에서 k_VoiceAmplitudeSpeed(15.0f)로 Lerp 보간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XRAvatarVisuals가 playerVoiceAmp를 폴링(매 프레임 읽기)하여 입 블렌드셰이프에 매핑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Vivox 음소거 시스템 (Squelch &amp; SelfMute)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로컬 음소거 — Squelch(스켈치, 특정 상대 음소거):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ToggleSquelch()로 토글 — 내부 m_VivoxParticipant 사용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특정 플레이어의 음성을 내 클라이언트에서만 차단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네트워크에는 영향 없음 (다른 사람은 여전히 그 사람 목소리가 들림)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자기 음소거 — SelfMute(내 마이크 끄기):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VoiceChatManager.ToggleSelfMute()에서 관리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selfMuted NetworkVariable로 상태를 네트워크에 동기화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내 마이크 입력을 끔 → 모든 사람이 내 음소거 상태를 알 수 있음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음성 진폭 → 아바타 입 애니메이션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Scripts/Player/XRINetworkPlayer.cs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이 코드의 목적: Vivox 음성 에너지를 부드럽게 보간하여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입 애니메이션에 사용할 수 있는 값으로 변환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const float k_VoiceAmplitudeSpeed = 15.0f; // 보간 속도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protected float m_VoiceAmplitudeDestination;  // 목적지 (콜백에서 설정)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float m_VoiceAmplitudeCurrent;               // 현재 (보간된 값)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VivoxParticipant m_VivoxParticipant;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void SetupVoicePlayer()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Vivox 참가자를 voiceId로 매칭 — 네트워크 플레이어와 연결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m_VivoxParticipant = m_VoiceChat.GetVivoxParticipantById(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m_PlayerVoiceId.Value.ToString());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(m_VivoxParticipant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m_VivoxParticipant.ParticipantAudioEnergyChanged +=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ParticipantAudioEnergyChanged;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콜백: 목적지 값만 설정 (부드러운 보간은 Update()에서)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ParticipantAudioEnergyChanged()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UpdatePlayerVoiceEnergy((float)m_VivoxParticipant.AudioEnergy);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UpdatePlayerVoiceEnergy(float current)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m_VoiceAmplitudeDestination = Mathf.Clamp01(current);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콜백에서 바로 적용하지 않고 목적지만 설정할까? 콜백은 불규칙한 타이밍에 호출되어 입 모양이 뚝뚝 끊깁니다. Update()에서 Lerp 보간하면 부드러운 입 애니메이션이 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음성 진폭 → 아바타 입 애니메이션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Scripts/Player/XRINetworkPlayer.cs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Update()에서 Lerp 보간 수행 (이전 슬라이드의 Update() 참조)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m_VoiceAmplitudeCurrent가 XRAvatarVisuals에서 폴링됨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특정 플레이어 음소거 토글 (Squelch — 로컬 전용)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void ToggleSquelch()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(m_VivoxParticipant == null)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squelched.Value = !squelched.Value; // 토글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(squelched.Value)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m_VivoxParticipant.MutePlayerLocally();   // 이 사람 목소리 안 들림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else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m_VivoxParticipant.UnmutePlayerLocally();  // 다시 들림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자기 음소거는 VoiceChatManager.ToggleSelfMute() 참조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Squelch와 SelfMute의 차이: Squelch는 '특정 상대의 목소리를 나만 안 듣겠다'이고, SelfMute는 '내 마이크를 꺼서 아무도 내 목소리를 못 듣게 하겠다'입니다.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네트워크 플레이어 아바타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앞서 배운 XRINetworkPlayer, XRAvatarVisuals, XRHandPoseReplicator를 조합하여 실제 네트워크 아바타를 만듭니다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네트워크 플레이어 아바타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빈 오브젝트에 NetworkObject + XRINetworkPlayer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Head/LeftHand/RightHand 자식에 아바타 메시 할당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각 파트(Head/Hand)에 NetworkTransform(Owner)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XRAvatarVisuals 필드 연결 (머티리얼, 렌더러)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XRHandPoseReplicator 추가 (fidelity=2)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Play → LateUpdate XR→아바타 Transform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MPPM: 두 클라이언트 아바타 상호 표시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Grip/Trigger 입력 → 손 포즈 동기화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두 플레이어가 서로의 아바타(머리, 양손, 손 포즈)를 실시간으로 볼 수 있는 상태 완성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- Player 프리팹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Prefabs/NetworkPlayer.prefab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프리팹 계층 구조와 각 컴포넌트의 역할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GameObject: NetworkPlayer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├── NetworkObject (네트워크 식별 + 소유권 관리)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├── XRINetworkPlayer (플레이어 정보 동기화 + Transform 복사)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     m_PlayerName, m_PlayerColor, selfMuted, m_handsObjects[]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├── XRAvatarVisuals (시각적 요소: 머티리얼, 왕관, 입 애니메이션)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├── Head (자식 오브젝트) → head Transform 참조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   ├── NetworkTransform (AuthorityMode = 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   ├── SkinnedMeshRenderer (입 블렌드셰이프)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   └── BlendShape: mouth_open (index 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├── LeftHand (자식 오브젝트) → leftHand Transform 참조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   ├── NetworkTransform (AuthorityMode = 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   ├── MeshRenderer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   └── XRHandPoseReplicator (fidelityLevel=2)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└── RightHand (자식 오브젝트) → rightHand Transform 참조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├── NetworkTransform (AuthorityMode = 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├── MeshRenderer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  └── XRHandPoseReplicator (fidelityLevel=2)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각 파트마다 독립적인 NetworkTransform이 있는 이유: Head, LeftHand, RightHand가 각각 다른 속도와 방향으로 움직이므로 개별 동기화가 필요합니다.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VoiceChatManager 연동 &amp;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음성 채팅이 게임 흐름(세션 입장/퇴장)과 어떻게 자동으로 연동되는지 정리합니다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VoiceChatManager 연동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세션 참가 시 자동 음성 채널 참가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게임 매니저 이벤트 → VoiceChatManager.ConnectToVoiceChannel() 자동 호출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채널명 = 세션 ID로 자동 매칭 (같은 세션 = 같은 음성 채널)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세션 퇴장 시 DisconnectAsync() → LeaveAllChannelsAsync() 호출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플레이어 스폰 시 Vivox 참가자 매칭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m_PlayerVoiceId로 Vivox 참가자 식별 (SetupVoicePlayer()에서 조회)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콜백 → 보간 → 폴링 3단계로 음성 진폭이 입 애니메이션으로 연결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에러 처리: Vivox 연결 실패 시에도 게임은 계속 동작 (음성만 불가)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VoiceChatManager 전체 API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초기화 &amp; 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Start()에서 게임 매니저 이벤트 구독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LocalOnly이면 음성 채팅 건너뜀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직접 초기화 대신 이벤트 구독 패턴 사용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ConnectToVoiceChannel() (이벤트 체인 자동 호출)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3D Positional 채널 참가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Set3DAudio() — XRINetworkPlayer가 위임 처리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0.1초 간격 + 0.05m 이동 임계값으로 최적화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음소거 &amp;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MuteInputDevice() / UnmuteInputDevice()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자기 마이크 음소거 / 해제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ToggleSquelch() (XRINetworkPlayer에서 호출)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MutePlayerLocally() / UnmutePlayerLocally()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특정 참가자를 내 클라이언트에서만 음소거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DisconnectAsync() → LeaveAllChannelsAsync()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세션 퇴장 시 채널 나가기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성능 최적화 팁 - Transform &amp; 손 포즈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Transform 동기화 최적화: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NetworkTransform의 Threshold(임계값) 적절히 설정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미세한 움직임(떨림)은 전송하지 않아 대역폭 절약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손 포즈 피델리티 동적 조절 (거리 기반 LOD):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가까운 플레이어: 높은 피델리티 (Level 0-1) — 디테일 중시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먼 플레이어: 낮은 피델리티 (Level 2) — 대역폭 절약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거리 기반으로 런타임에 변경 가능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성능 최적화 팁 - Vivox &amp; 아바타 LOD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Vivox 3D 위치 업데이트 최적화: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매 프레임 Set3DAudio() 호출은 비효율 → 0.1초 간격으로 제한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0.05m 미만 이동은 무시 — 정지 상태에서 불필요한 호출 방지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아바타 LOD (Level of Detail — 거리에 따른 품질 조절):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먼 플레이어는 간소화된 메시(낮은 폴리곤) 사용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가까운 플레이어만 고품질 메시로 렌더링 → 렌더링 비용 절감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핸드 트래킹 vs 컨트롤러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핸드 트래킹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XRHandSkeletonDriver로 관절 추적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26개 관절 개별 추적 가능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피델리티 0-1 권장 (디테일 활용)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자연스러운 손 표현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제스처 인식 가능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대역폭 높음 (최대 312 bytes)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컨트롤러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Grip/Trigger/Thumb 3개 입력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3개 curl 값으로 충분한 표현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피델리티 2 권장 (대역폭 최소)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일관된 입력 품질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디바이스 종류에 덜 의존적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대역폭 최소 (12 bytes)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흔한 이슈 &amp; 해결 - 아바타 &amp; 손 포즈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아바타가 보이지 않는 경우: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로컬 플레이어의 렌더러가 비활성화되어 있지 않은지 확인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NetworkObject 스폰 순서 확인 (너무 일찍 접근하면 null)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손 포즈가 동기화되지 않는 경우: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NetworkList 초기화 시점 확인 — OnNetworkSpawn() 이후에만 접근 가능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양쪽 클라이언트의 fidelityLevel이 동일한지 확인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흔한 이슈 &amp; 해결 - 음성 채팅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음성이 들리지 않는 경우: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Vivox 서비스 초기화 상태(IsLoggedIn) 확인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마이크 권한(Permission.Microphone) 획득 여부 확인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selfMuted 상태가 true가 아닌지 확인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3D 음향 방향이 이상한 경우: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Set3DAudio()에 전달하는 m_HeadOrigin Transform 정확성 확인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AudioFadeModel이 LinearByDistance로 설정되어 있는지 확인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XRINetworkPlayer는 각 플레이어의 NetworkVariable(이름, 색상, 음성ID, 플랫폼, 음소거)을 관리하며, LateUpdate에서 XR 디바이스 위치를 아바타 Transform에 복사한다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로컬 플레이어의 아바타 손은 SetupLocalPlayer()에서 숨기고(XR 컨트롤러 중복 방지), 리모트 플레이어만 아바타 메시를 표시한다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XRHandPoseReplicator는 3단계 피델리티로 손 포즈를 동기화한다: Level 0(26관절, 312B), Level 1(5손가락 curl, 20B), Level 2(3curl, 12B). 컨트롤러는 Level 2 권장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핸드 트래킹과 컨트롤러 간 자동 전환은 XRInputModalityManager의 이벤트(trackedHandModeStarted/motionControllerModeStarted)에 AddListener로 구독하여 처리한다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VoiceChatManager는 게임 매니저 이벤트에 반응하여 자동으로 3D 음성 채널에 참가하고, Set3DAudio()는 XRINetworkPlayer가 0.1초+0.05m 최적화로 위임 처리한다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음성 진폭은 콜백(목적지 설정) → Update(Lerp 보간) → XRAvatarVisuals(폴링하여 입 블렌드셰이프 매핑)의 3단계 아키텍처로 부드러운 입 애니메이션을 구현한다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