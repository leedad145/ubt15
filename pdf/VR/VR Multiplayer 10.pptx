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Whack-A-Pig 완성 &amp; 최종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네트워크 돼지 스폰, Breakable 시스템, MPPM 테스트, VR 빌드까지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NetworkedWhackAPig 네트워킹 패턴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Proxy Pig &amp; 로컬 인스턴싱 최적화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Breakable 시스템 &amp; 해머 충돌 감지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Whack-A-Pig 네트워킹 완성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Multiplayer Play Mode (MPPM)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VR 빌드 &amp; 최종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NetworkedWhackAPig 네트워킹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Owner(서버)가 스폰 파라미터를 결정하고 RPC로 전파하여 모든 클라이언트가 동일한 돼지를 로컬 생성하는 패턴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인스턴싱 vs NetworkObject 스폰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돼지를 NetworkObject로 스폰하지 않는가?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돼지는 수시로 생성/파괴되는 단기(수 초 수명) 오브젝트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NetworkObject로 스폰하면 네트워크 오버헤드(추가 비용)가 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 ID 할당, 동기화 상태 관리 등 과도한 리소스 사용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대안: Owner(서버)가 스폰 정보를 RPC로 브로드캐스트(전체 전파)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클라이언트가 수신한 파라미터로 동일한 돼지를 로컬 생성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데이터(위치, 종류, 지속시간)만 동기화하여 대역폭 절약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두 가지 돼지 타입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Good Pig (점수 획득)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때리면 점수 +1 (pointValue = 양수)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일반 돼지 외형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제한 시간 후 자동 사라짐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주요 점수 획득 수단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Bad Pig (점수 감점)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때리면 점수 감소 (pointValue = 음수, 0 미만 방지)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구별되는 외형 (예: 붉은색)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플레이어의 판단력 테스트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게임 난이도 조절 요소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NetworkedWhackAPig 기본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NetworkedWhackAPig — 돼지의 네트워크 스폰과 파괴를 담당하는 클래스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NetworkedWhackAPig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GameObject[] m_ProxyPigs;       // 미리 배치된 프록시(미리보기) 돼지 배열 (스폰 위치 겸용)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NetworkPhysicsInteractable[] m_Hammers; // 해머 배열 (소유권 확인용)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GameObject m_PigPrefab;         // Good 돼지 프리팹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GameObject m_BadPigPrefab;      // Bad 돼지 프리팹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Vector2 m_TrickTimeMinMax = new Vector2(1f, 3f); // 프록시 미리보기 시간 범위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[SerializeField] float m_BadPigSpawn = 0.7f;     // randomValue &gt; 이 값이면 Bad Pig 스폰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=== 스폰 프로세스의 시작점: Owner(서버)만 호출 가능 ===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void SpawnProcessServer()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(IsOwner) // Owner만 스폰 파라미터를 결정할 수 있음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SpawnProcessClientRpc(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Random.Range(m_TrickTimeMinMax.x, m_TrickTimeMinMax.y));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Owner(서버)가 대기 시간을 결정하고 RPC로 모든 클라이언트에 전파. m_ProxyPigs 배열이 스폰 위치와 미리보기 역할을 겸함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돼지 스폰 프로세스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SpawnProcessServer()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Owner가 대기 시간(waitTime)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SpawnProcessClientRpc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전체: 프록시 Lerp 미리보기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SpawnNewPig()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Owner가 위치·종류·지속시간 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SpawnPigClientRpc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전체: 돼지 로컬 생성 + 상승/하강 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Owner가 결정 → 프록시 미리보기 → Owner가 재결정 → 실제 돼지 생성 (2단계 RPC 체인)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스폰 RPC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[1단계] Owner가 waitTime을 결정하여 모든 클라이언트에 전달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void SpawnProcessClientRpc(float waitTime)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m_Spawning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StartCoroutine(SpawnAfterTime(waitTime));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IEnumerator SpawnAfterTime(float time)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yield return new WaitForSeconds(.25f); // 짧은 초기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ShowTrickRoutine();  // 프록시 돼지 미리보기 시작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yield return new WaitForSeconds(time); // waitTime만큼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SpawnNewPig(); // Owner만 실행됨 (내부 IsOwner 체크)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[2단계] Owner만 실행: 스폰 위치·종류·지속시간을 결정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void SpawnNewPig()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if (!IsOwner) return; // Owner가 아니면 즉시 종료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SpawnPigClientRpc(Random.Range(0, m_ProxyPigs.Length),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Random.value,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Random.Range(m_TimeToStaySpawnedMinMax.x, m_TimeToStaySpawnedMinMax.y));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[3단계] 모든 클라이언트가 동일한 파라미터로 돼지를 로컬 생성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void SpawnPigClientRpc(int spawnIdx, float randomValue, float timeToStaySpawned)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StopTrickRoutine();  // 프록시 미리보기 종료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m_Spawning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m_CurrentRoutine = SpawnRoutine(spawnIdx, randomValue, timeToStaySpawned);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StartCoroutine(m_CurrentRoutine); // 돼지 생성 + 상승/하강 연출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3단계 RPC 체인: (1) 대기 시간 전파 → (2) Owner가 스폰 파라미터 결정 → (3) 모든 클라이언트가 동일 파라미터로 돼지를 로컬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인스턴싱의 핵심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Owner만 랜덤 값을 결정하는가?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Owner(서버)가 모든 랜덤 값을 결정하고 RPC로 전달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spawnIdx: 어디에 스폰할지 (m_ProxyPigs 배열의 인덱스)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randomValue: 어떤 종류인지 (&gt; m_BadPigSpawn이면 Bad Pig)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timeToStaySpawned: 얼마나 오래 머무는지 (지속 시간)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클라이언트에서 Random을 호출하면 값이 달라져 결과가 불일치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Owner가 결정한 동일 파라미터를 사용하므로 모든 클라이언트에서 동일한 결과 보장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네트워크 전송 데이터: int + float + float = 약 12바이트(페이로드)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해머 소유권과 충돌 판정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Owner만 점수를 획득하는가?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해머는 NetworkPhysicsInteractable(네트워크 물리 동기화 컴포넌트)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해머를 잡은 플레이어가 해당 해머의 Owner(소유자)가 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충돌 시 hammer.IsOwner로 소유권 확인 — 소유자만 점수 획득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비소유자가 점수를 받으면 한 마리에 여러 번 점수가 들어감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SpawnRoutine에서 Physics.IgnoreCollision()으로 비소유자 해머 충돌 사전 차단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추가 조건: !hammer.isInteracting (잡고 있지 않은 해머도 차단)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돼지 파괴 콜백 &amp;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Breakable(파괴 가능 컴포넌트)의 onBreak 이벤트로 호출됨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collider: 돼지를 때린 해머의 충돌체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void LocalPigDestroyed(Collider collider)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var grabInteractable = collider.GetComponentInParent&lt;NetworkPhysicsInteractable&gt;();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if (grabInteractable == null)  // 에디터 테스트 시 (해머 없이 파괴)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(IsOwner &amp; !m_Spawning) SpawnProcessServer(); // 다음 돼지 스폰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else if (grabInteractable.IsOwner) // 해머 소유자만 점수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m_MiniGame.LocalPlayerScored(m_CurrentBreakablePig.pointValue);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DestroyPigOwnerRpc(grabInteractable.OwnerClientId); // 전체 파괴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StopCoroutine(m_CurrentRoutine); // 상승/하강 연출 중단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모든 클라이언트에서 실행: 해당 돼지를 파괴하고 다음 스폰 시작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void DestroyPigOwnerRpc(ulong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// 점수를 획득한 플레이어가 아닌 클라이언트에서 돼지 파괴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if (XRINetworkPlayer.LocalPlayer.OwnerClientId != clientId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&amp;&amp; m_CurrentBreakablePig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StopCoroutine(m_CurrentRoutine);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m_CurrentBreakablePig.onBreak -= LocalPigDestroyed; // 이벤트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m_CurrentBreakablePig.Break(null); // 파괴 연출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if (IsOwner &amp; !m_Spawning) SpawnProcessServer(); // Owner가 다음 스폰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돼지 파괴 흐름: Breakable.onBreak 콜백 → 해머 소유자만 점수 획득 → DestroyPigOwnerRpc로 모든 클라이언트의 돼지를 동기 파괴 → Owner가 다음 돼지 스폰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Proxy Pig &amp; 로컬 인스턴싱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프록시(미리보기) 돼지로 기대감을 주면서 네트워크 부하를 최소화하는 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프록시 돼지(Proxy Pig) — 미리보기 오브젝트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실제 스폰 전에 '무언가 나올 것' 같은 연출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씬에 미리 배치된 m_ProxyPigs 배열 — 생성/파괴 없이 SetActive 토글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실제 돼지 스폰 전에 표시되는 미리보기(힌트) 오브젝트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Lerp(선형 보간) 애니메이션으로 위아래 움직임 — Animator 미사용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m_HiddenHeight(숨김 높이) ↔ m_TrickHeightMinMax 범위에서 상승/하강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SpawnProcessClientRpc에서 waitTime과 함께 시작됨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프록시 → 실제 돼지 전환 타임라인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프록시 활성화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SetActive(true) + Lerp 상승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waitTime 경과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1~3초 (m_TrickTimeMinMax 범위)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프록시 비활성화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Lerp 하강 후 SetActive(false)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실제 돼지 스폰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SpawnPigClientRpc → 로컬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프록시 미리보기(힌트)로 기대감 조성 → 실제 돼지 등장 순서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TrickRoutine (1/2) — 프록시 초기화 &amp; 상승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 코루틴은 게임이 끝날 때까지 프록시 돼지를 반복적으로 올렸다 내립니다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Animator 없이 수동 Lerp(선형 보간)로 애니메이션 구현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IEnumerator TrickRoutine()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while (true &amp; !m_MiniGame.finished) // 게임 종료 시까지 반복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m_CurrentProxyId = Random.Range(0, m_ProxyPigs.Length); // 프록시는 순수 로컬이므로 Random 허용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float riseTime = m_ProxyShowTime / 2; // 상승 시간 = 전체의 절반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Vector3 startPosition = new Vector3(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m_ProxyPigs[m_CurrentProxyId].transform.localPosition.x,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m_ProxyPigs[m_CurrentProxyId].transform.localPosition.z);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숨김 높이에서 시작, 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m_ProxyPigs[m_CurrentProxyId].transform.localPosition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= startPosition + Vector3.up * m_HiddenHeight;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m_ProxyPigs[m_CurrentProxyId].SetActive(true);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float trickHeight = Random.Range(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m_TrickHeightMinMax.x, m_TrickHeightMinMax.y);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Lerp 상승: 숨김 높이 → 목표 높이까지 부드럽게 이동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for (float i = 0; i &lt; riseTime; i += Time.deltaTime)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float h = Mathf.Lerp(m_HiddenHeight, trickHeight, i / riseTime);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m_ProxyPigs[m_CurrentProxyId].transform.localPosition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= startPosition + Vector3.up * h;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yield return null; // 다음 프레임까지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Lerp 하강 → 다음 슬라이드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프록시 돼지를 활성화 후 숨김 높이에서 목표 높이까지 Lerp 상승. 프록시는 순수 로컬 연출이므로 클라이언트마다 다른 Random 값을 사용해도 무방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TrickRoutine (2/2) — 하강 &amp; 비활성화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TrickRoutine 계속 — Lerp 하강: 목표 높이 → 숨김 높이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for (float i = 0; i &lt; riseTime; i += Time.deltaTime)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float h = Mathf.Lerp(trickHeight, m_HiddenHeight, i / riseTime);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m_ProxyPigs[m_CurrentProxyId].transform.localPosition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= startPosition + Vector3.up * h;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yield return null; // 다음 프레임까지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하강 완료 후 비활성화 (Destroy가 아닌 SetActive로 재사용)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m_ProxyPigs[m_CurrentProxyId].SetActive(false);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 // while 루프 끝 — 게임 종료까지 계속 반복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목표 높이에서 숨김 높이로 Lerp 하강 후 SetActive(false)로 비활성화. Destroy하지 않고 재사용하여 성능 최적화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NetworkObject vs 로컬 인스턴싱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NetworkObject 스폰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NetworkManager가 ID 할당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모든 변수 자동 동기화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소유권 관리 내장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대역폭: ~200+ bytes/object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적합: 플레이어, 영구 오브젝트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로컬 인스턴싱 (이 패턴)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네트워크 ID 없음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RPC 파라미터만 동기화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수동 소유권 처리 필요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대역폭: ~12 bytes/spawn (페이로드)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적합: 단기 오브젝트, 이펙트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인스턴싱 동기화 보장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Owner 결정 + 동일 파라미터 = 결정적(Deterministic)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Owner(서버)가 모든 랜덤 시드/파라미터를 단독 결정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클라이언트는 수신한 파라미터로만 오브젝트를 생성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클라이언트에서 Random 사용 금지 (프록시 미리보기는 순수 로컬이므로 예외)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SpawnPigClientRpc의 파라미터가 결정적(Deterministic) 결과를 보장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DestroyPigOwnerRpc(ulong clientId)로 파괴 시점도 동기화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결과: 모든 클라이언트에서 동일한 게임 상태 유지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Breakable 시스템 &amp; 해머 충돌 감지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Breakable(파괴 가능) 컴포넌트와 물리 충돌 감지로 돼지 파괴를 구현하는 시스템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Breakable 컴포넌트 — 파괴 가능 오브젝트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Assets/VRMPAssets/MiniGames/MiniGameScripts/WhackAPig/Breakable.cs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Breakable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UnityAction&lt;Collider&gt; onBreak;  // 파괴 시 호출되는 이벤트 (구독자에게 알림)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int pointValue = 1;             // 점수 값: Good Pig=양수, Bad Pig=음수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Collider collider =&gt; m_Collider;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Collider m_Collider;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GameObject m_BrokenVersion;   // 파괴 후 교체될 부서진 모델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string m_ColliderTag = "Destroyer"; // 해머에 설정된 태그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bool m_Destroyed = false;  // 중복 파괴 방지 플래그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물리 충돌 발생 시 Unity가 자동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OnCollisionEnter(Collision collision)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(m_Destroyed) return; // 이미 파괴됨 → 무시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"Destroyer" 태그를 가진 오브젝트(해머)와 충돌 시 즉시 파괴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(collision.gameObject.CompareTag(m_ColliderTag))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Break(collision.collider);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void Break(Collider collider)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(m_Destroyed)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m_Destroyed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Instantiate(m_BrokenVersion, transform.position, transform.rotation); // 부서진 모델 생성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onBreak?.Invoke(collider); // 구독자(NetworkedWhackAPig)에게 파괴 알림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Destroy(gameObject);       // 원본 오브젝트 제거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Breakable은 돼지에 부착하는 '파괴 가능' 컴포넌트. 해머(Destroyer 태그) 충돌 시 즉시 Break()를 호출하여 부서진 모델로 교체하고 onBreak 이벤트로 점수 처리를 요청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Breakable 시스템 동작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태그 기반 충돌 → 즉시 파괴 → 이벤트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돼지 프리팹에 Breakable 컴포넌트 부착, 해머에 "Destroyer" 태그 설정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OnCollisionEnter로 물리 충돌 감지 → 태그 일치 시 즉시 Break()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충돌 강도 문턱값 없음 — 태그 확인만으로 즉시 파괴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m_Destroyed 플래그로 한 번만 파괴되도록 중복 방지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onBreak 이벤트로 NetworkedWhackAPig에 파괴를 알림 → 점수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pointValue로 Good Pig(양수) / Bad Pig(음수) 점수 결정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부서진 모델(m_BrokenVersion)로 교체하여 시각적 타격감 제공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충돌 무시 시스템 (1/2) — Start() 배리어 충돌 무시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[충돌 무시 시스템 1] 게임 영역 경계와 해머 사이의 충돌을 영구 무시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목적: 해머가 게임 영역 경계 벽에 걸리지 않도록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TryGetComponent(out m_MiniGame);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모든 프록시 돼지를 비활성 상태로 초기화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foreach (var pig in m_ProxyPigs)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pig.SetActive(false);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해머 ↔ 배리어 콜라이더 충돌을 1회 영구 무시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foreach (var areaCollider in m_HammerIgnoreColliders)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foreach (var hammer in m_Hammers)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foreach (var col in hammer.baseInteractable.colliders)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Physics.IgnoreCollision(col, areaCollider);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[시스템 1] Start()에서 해머와 게임 영역 경계(배리어) 사이의 충돌을 게임 시작 시 1회 영구적으로 무시 설정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충돌 무시 시스템 (2/2) — SpawnRoutine 돼지별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Assets/VRMPAssets/MiniGames/MiniGameScripts/WhackAPig/NetworkedWhackAPig.cs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IEnumerator SpawnRoutine(int spawnIdx, float randomValue,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float timeToStaySpawned)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Vector3 spawnPos = m_ProxyPigs[spawnIdx].transform.position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+ (Vector3.up * m_SpawnStartHeight);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randomValue로 Good/Bad Pig 분기: &gt; m_BadPigSpawn이면 Bad Pig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m_CurrentBreakablePig = Instantiate(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randomValue &gt; m_BadPigSpawn ? m_BadPigPrefab : m_PigPrefab,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spawnPos, m_ProxyPigs[spawnIdx].transform.rotation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).GetComponent&lt;Breakable&gt;();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m_CurrentBreakablePig.collider.enabled = false; // 상승 중 충돌 비활성화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비소유자 또는 잡고 있지 않은 해머와의 충돌을 무시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foreach (var hammer in m_Hammers)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(!hammer.IsOwner || !hammer.isInteracting)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foreach (var col in hammer.baseInteractable.colliders)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Physics.IgnoreCollision(col,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m_CurrentBreakablePig.collider);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m_CurrentBreakablePig.onBreak += LocalPigDestroyed; // 파괴 이벤트 구독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... 이후 rise/fall Lerp 애니메이션 계속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[시스템 2] 돼지 스폰 시 해머 소유자(IsOwner)이면서 잡고 있는(isInteracting) 해머만 충돌 허용. 두 시스템은 독립적: 시스템 1=배리어, 시스템 2=돼지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해머 충돌 → 돼지 파괴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해머 충돌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Destroyer 태그 확인 → 즉시 Break()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onBreak 콜백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LocalPigDestroyed(Collider)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IsOwner 확인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해머 소유자만 점수 처리 + RPC 전송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DestroyPigOwnerRpc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클라이언트에서 돼지 파괴 동기화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태그 충돌 → Break() → onBreak 콜백 → 소유권 검증 → RPC로 전체 파괴 동기화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해머 물리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해머는 NetworkPhysicsInteractable로 네트워크 물리 동기화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Rigidbody: Continuous Dynamic 충돌 감지 모드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빠른 스윙에서도 관통(물체를 뚫고 지나감) 방지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Destroyer 태그 충돌 시 즉시 Break() (별도 힘 문턱값 없음)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 컨트롤러 속도를 Rigidbody에 정확히 전달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Physics.IgnoreCollision()으로 비소유자 해머 충돌 사전 차단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햅틱 피드백(진동)으로 타격 확인감 제공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Whack-A-Pig 네트워킹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NetworkedWhackAPig를 직접 구현하여 멀티플레이어 두더지잡기 게임 완성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NetworkedWhackAPig 구현 (1/2) — 스폰 체인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NetworkedWhackAPig.cs 생성, NetworkBehaviour 상속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m_ProxyPigs, m_Hammers 등 SerializeField 필드 선언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SpawnProcessServer(): IsOwner 확인 후 RPC 호출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SpawnProcessClientRpc: 코루틴으로 대기 후 스폰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TrickRoutine 작성: 프록시 Lerp 상승/하강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SpawnNewPig(): Owner가 위치·종류·시간 결정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SpawnPigClientRpc에서 SpawnRoutine 코루틴 시작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Play Mode에서 돼지가 동일 위치에 스폰되는지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Owner가 결정한 파라미터로 모든 클라이언트에서 동일한 돼지가 생성되는지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NetworkedWhackAPig 구현 (2/2) — 파괴 동기화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SpawnRoutine에서 돼지 Instantiate + 위치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randomValue &gt; m_BadPigSpawn으로 Good/Bad 분기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비소유자 해머 충돌 무시(IgnoreCollision)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onBreak += LocalPigDestroyed 콜백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LocalPigDestroyed: 소유자 점수 + DestroyPigOwnerRpc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Breakable 프리팹에 Destroyer 태그/점수값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MiniGame_Whack(Ch.9)과 통합하여 전체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2인 이상 테스트로 파괴 동기화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한 플레이어가 돼지를 때리면 모든 플레이어 화면에서 동시에 파괴되는지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Multiplayer Play Mode (MPPM)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Unity 6의 가상 플레이어 기능으로 빌드 없이 에디터에서 멀티플레이어 테스트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MPPM (Multiplayer Play Mode) — 에디터 내 멀티플레이어 테스트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6에 내장된 멀티플레이어 테스트 도구 (v2.0.1)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에디터 내에서 가상 플레이어(Virtual Player)를 생성하여 테스트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별도 APK 빌드 없이 여러 클라이언트를 동시 테스트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가상 플레이어 판별: "--virtual-project-clone" 커맨드라인 인수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실제 네트워크 통신을 시뮬레이션하여 동기화 문제 조기 발견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MPPM 가상 플레이어 감지 (AuthenticationManager.cs 내부)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Assets/VRMPAssets/Scripts/Network/NetworkManagers/AuthenticationManager.cs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#if HAS_MPPM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const string k_MppmEditorName = "-name";              // 플레이어 이름 인수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const string k_MppmCloneProcess = "--virtual-project-clone"; // 가상 플레이어 판별 인수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bool m_IsVirtualPlayer;  // 가상 플레이어 여부 플래그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#if UNITY_EDITOR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#if HAS_MPPM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string CheckMPPM()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Utils.Log($"{k_DebugPrepend}MPPM Found");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string mppmString = "";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var arguments = Environment.GetCommandLineArgs(); // 커맨드라인 인수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for (int i = 0; i &lt; arguments.Length; ++i)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(arguments[i] == k_MppmCloneProcess) // 가상 플레이어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m_IsVirtualPlayer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inputModule.enableMouseInput = false;  // 가상 플레이어는 마우스 입력 비활성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inputModule.enableTouchInput = false;  // 터치 입력도 비활성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(arguments[i] == k_MppmEditorName &amp;&amp; (i + 1) &lt; arguments.Length)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mppmString += arguments[i + 1]; // 플레이어 이름 추출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return mppmString;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AuthenticationManager.cs 내부에서 커맨드라인 인수를 확인하여 가상 플레이어를 감지. #if 중첩으로 에디터 환경 + MPPM 설치 조건을 모두 충족해야 활성화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MPPM vs ParrelSync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MPPM (Unity 6+)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Unity 에디터 내장 기능 (v2.0.1)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커맨드라인 인수로 가상 플레이어 감지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가상 플레이어(Virtual Player) 자동 생성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빠른 설정, 추가 패키지 불필요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Unity 6 이상에서만 사용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ParrelSync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서드파티 오픈소스 패키지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ClonesManager.IsClone()으로 클론 감지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프로젝트 심볼릭 링크(바로가기) 클론 생성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이전 Unity 버전에서도 사용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수동 설치 및 설정 필요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ParrelSync 클론 감지 (AuthenticationManager.cs 내부)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Assets/VRMPAssets/Scripts/Network/NetworkManagers/AuthenticationManager.cs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AuthenticationManager.cs 내부 — ParrelSync 감지도 같은 파일에서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#if UNITY_EDITOR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#if HAS_PARRELSYNC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ParrelSync; // ParrelSync 패키지 네임스페이스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#if UNITY_EDITOR &gt; #if HAS_PARRELSYNC 중첩: 에디터 + ParrelSync 모두 있을 때만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#if UNITY_EDITOR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#if HAS_PARRELSYNC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string CheckParrelSync()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Utils.Log($"{k_DebugPrepend}ParrelSync Found");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string pSyncString = "";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(ClonesManager.IsClone())          // 현재 인스턴스가 클론인지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pSyncString += ClonesManager.GetArgument(); // 클론 식별 인수 가져오기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pSyncString;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MPPM과 ParrelSync 감지가 모두 AuthenticationManager.cs 내부에서 #if 지시문으로 처리됨. 각각 독립적인 중첩 블록으로 분리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MPPM 테스트 워크플로우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빌드 없이 에디터에서 멀티플레이어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1. Window &gt; Multiplayer &gt; Multiplayer Playmode 패널 열기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2. Virtual Player 추가 (2~4명 권장)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3. Play 버튼 클릭 → 메인 에디터 + 가상 플레이어 동시 실행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4. 메인 에디터: Host(호스트)로 시작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5. 가상 플레이어: 자동으로 Client(클라이언트) 접속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6. 게임에서 다음 항목을 확인: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돼지 스폰 동기화, 점수판 갱신, 해머 소유권 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VR 빌드 &amp; 최종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OpenXR 기반 VR 빌드 설정과 Android XR / Quest 배포 준비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OpenXR 런타임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— Unity의 VR/AR 표준 플러그인, 다중 기기 지원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Project Settings &gt; XR Plug-in Management에서 OpenXR 활성화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Feature Groups 설정: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Hand Tracking (손 추적)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Controller Profiles (컨트롤러 프로파일)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Eye Tracking (시선 추적, 지원 기기 한정)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Interaction Profile: 대상 기기(Quest, Samsung 등)에 맞게 선택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빌드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 설정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XR Plug-in Management 활성화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플랫폼 전환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Android 또는 PC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빌드 설정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씬 등록, 품질, 최적화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배포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APK 또는 실행파일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OpenXR → 플랫폼 → 빌드 → 배포의 4단계 파이프라인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플랫폼별 빌드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Meta 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플랫폼: Android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Texture Compression: ASTC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Minimum API Level: Quest 2는 29+, Quest 3는 32+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OpenXR + Oculus Touch 프로파일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출력: APK 파일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Android XR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androidxr-openxr 패키지 필요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Android XR Feature Group 활성화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Samsung Galaxy 등 지원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OpenXR + Android XR 프로파일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출력: APK 파일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빌드 ID 자동 증가 (BuildIdIncrementer)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Assets/Editor/EditorUtils/BuildIncrementer/BuildIdIncrementer.cs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#define AUTO_INCREMENT_BUILD  // 이 줄의 주석을 해제하면 빌드 번호가 자동 증가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BuildIdIncrementer : IPreprocessBuildWithReport,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IPostprocessBuildWithReport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int callbackOrder =&gt; 0; // 콜백 실행 순서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#if AUTO_INCREMENT_BUILD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int m_VersionCode = 2; // 버전 문자열의 세 번째 숫자 (x.y.Z)를 증가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bool m_UpdatingBuildId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빌드 시작 전 자동 호출 — 버전 번호를 1 증가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void OnPreprocessBuild(BuildReport report)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#if AUTO_INCREMENT_BUILD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m_UpdatingBuildId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string[] currentVersion = Application.version.Split('.');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(currentVersion.Length == m_VersionCode + 1)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if (int.TryParse(currentVersion[m_VersionCode], out int result))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result++; // 세 번째 숫자 +1 (예: 1.0.3 → 1.0.4)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PlayerSettings.bundleVersion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$"{currentVersion[0]}.{currentVersion[1]}.{result}";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#endif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AUTO_INCREMENT_BUILD 정의를 활성화하면 빌드할 때마다 버전 번호(x.y.Z)의 Z가 자동으로 1 증가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멀티플레이어 빌드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모든 네트워크 씬이 Build Settings에 등록되어 있는가?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NetworkManager의 Network Prefab List가 정확한가?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Interaction Profile이 대상 기기에 맞게 설정되었는가?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Android Manifest에 인터넷 권한(INTERNET)이 포함되어 있는가?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Quality Settings가 VR 성능에 최적화되어 있는가?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Fixed Foveated Rendering(중심부만 고화질) 활성화 권장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타깃 프레임레이트: 72Hz 이상 유지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최적화 가이드라인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네트워크 최적화: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단기 오브젝트는 로컬 인스턴싱 패턴 사용 (Ch.10에서 배운 방식)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RPC 호출 빈도 최소화, NetworkVariable 업데이트 주기 조절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렌더링 최적화: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Draw Call 최소화 (배칭, 인스턴싱) + LOD(거리별 모델 단순화) 활용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셰이더 복잡도 제어 (모바일 VR은 단순 셰이더 권장)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 최적화: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불필요한 충돌은 Physics.IgnoreCollision()으로 제거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Collision Detection 모드를 상황에 맞게 선택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MPPM 테스트 &amp; VR 빌드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Multiplayer Playmode 패널 열기 (Window &gt; Multiplayer)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Virtual Player 2명 추가 후 Play 실행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Host + Client 2명으로 Whack-A-Pig 3인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돼지 스폰 동기화: 같은 위치·같은 종류인지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비소유자 해머가 돼지와 충돌하지 않는지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스코어보드 실시간 순위 갱신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XR Plug-in Management에서 OpenXR 활성화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Android 전환 후 Quest APK 빌드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MPPM 3인 테스트에서 스폰·파괴·점수가 모두 동기화되고, APK 빌드가 성공하는지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NetworkedWhackAPig는 Owner가 파라미터를 결정하고 RPC로 전파하여 모든 클라이언트가 동일한 돼지를 로컬 생성하는 패턴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프록시 돼지(Proxy Pig)는 미리 배치된 오브젝트를 SetActive 토글 + Lerp 애니메이션으로 스폰 미리보기를 제공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Breakable(파괴 가능) 컴포넌트가 Destroyer 태그 충돌 시 즉시 Break() — onBreak 이벤트와 pointValue로 점수 연동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해머 소유자(IsOwner)만 점수를 획득하는 구조로 중복 점수를 방지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MPPM과 ParrelSync 감지는 모두 AuthenticationManager.cs 내부에서 #if 지시문으로 조건부 컴파일 처리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OpenXR + Android XR / Quest 설정으로 VR 멀티플레이어 게임을 APK로 빌드하여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