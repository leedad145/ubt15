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0" y="1371600"/>
            <a:ext cx="2133295" cy="5486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2F"/>
                </a:solidFill>
                <a:latin typeface="Malgun Gothic"/>
              </a:defRPr>
            </a:pPr>
            <a:r>
              <a:t>Ch.7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네트워크 VR 인터랙션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algun Gothic"/>
              </a:defRPr>
            </a:pPr>
            <a:r>
              <a:t>NetworkBaseInteractable, ClientNetworkTransform, 소유권(Ownership) 이전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algun Gothic"/>
              </a:defRPr>
            </a:pPr>
            <a:r>
              <a:t>조영민 강사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algun Gothic"/>
              </a:defRPr>
            </a:pPr>
            <a:r>
              <a:t>VR Multiplayer Game Development  |  Unity 6 + Netcode for GameObjects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네트워크 인터랙션의 도전 과제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21408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NetworkBaseInteractable 구조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79776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NetworkPhysicsInteractable &amp; ClientNetworkTransform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38144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381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소유권 이전 패턴 &amp; IXRSelectFilter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96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[실습] 네트워크 그랩 오브젝트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45720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F5F9"/>
                </a:solidFill>
                <a:latin typeface="Malgun Gothic"/>
              </a:defRPr>
            </a:pPr>
            <a:r>
              <a:t>충돌 기반 소유권 이전 &amp; 디버깅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네트워크 인터랙션의 도전 과제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VR에서 오브젝트를 '잡는' 단순한 동작이 네트워크에서는 왜 복잡해지는지 이해합니다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VR 네트워크 인터랙션의 핵심 난제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로컬 VR 인터랙션은 즉각적인 피드백이 핵심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네트워크 지연(Latency — 데이터가 오가는 데 걸리는 시간)이 있으면 '잡는 느낌'이 깨짐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오브젝트 소유권(Ownership — 이 오브젝트를 누가 제어하는가) 문제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네트워크에서는 한 번에 한 명만 오브젝트의 위치를 업데이트할 수 있음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두 명이 동시에 같은 물건을 잡으려 하면 충돌 발생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물리 시뮬레이션 동기화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Rigidbody(물리 엔진 컴포넌트) 상태를 모든 클라이언트에서 일관되게 유지해야 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클라이언트 예측(빠른 반응) vs 서버 권한(정확한 판정) 트레이드오프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네트워크 인터랙션의 핵심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Player A</a:t>
            </a:r>
            <a:br/>
            <a:r>
              <a:t>잡기 시도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SelectEntered 이벤트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소유권 요청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RPC → 현재 Owner에게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소유권 이전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ChangeOwnership</a:t>
            </a:r>
            <a:br/>
            <a:r>
              <a:t>요청자에게 이전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잡기 확정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RPC → 모든 플레이어에게</a:t>
            </a:r>
            <a:br/>
            <a:r>
              <a:t>시각적 동기화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로컬에서 발생한 그랩(잡기) 이벤트가 네트워크를 거쳐 모든 클라이언트에 동기화되는 4단계 흐름. 왜 이렇게 복잡할까? 소유권을 먼저 확보해야 위치 제어 권한이 생기기 때문입니다.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로컬 인터랙션 vs 네트워크 인터랙션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로컬 (기존 XRI)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SelectEntered → 즉시 Attach(부착)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물리 직접 제어 (Kinematic 전환)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소유권 개념 없음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지연 시간 0ms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항상 즉각적인 피드백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네트워크 (NGO + XRI)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SelectEntered → 소유권 요청 → 승인 후 Attach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소유자(Owner)만 Transform 업데이트 가능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소유권 이전 절차 필수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지연 시간 50~200ms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예측 + 보간(Interpolation)으로 보완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동시 접근 문제 (Concurrent Access)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문제: Player A와 B가 동시에 같은 오브젝트를 잡으려 할 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네트워크 지연으로 인해 두 요청이 거의 동시에 도착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해결 전략 1: m_IsInteracting NetworkVariable(네트워크 동기화 변수)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먼저 소유권을 획득한 쪽이 isInteracting = true로 설정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후속 요청은 isInteracting 체크 후 거부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해결 전략 2: IXRSelectFilter(선택 필터 인터페이스)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XRI 레벨에서 잡기 시도 자체를 사전에 차단하는 '게이트' 역할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NetworkBaseInteractable 구조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모든 네트워크 인터랙터블의 기반 클래스 — 소유권 요청, RPC 전파, 필터링의 공통 로직을 제공합니다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NetworkBaseInteractable 클래스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NetworkBehaviour를 상속한 인터랙터블 기반 클래스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IXRSelectFilter, IXRHoverFilter 인터페이스 구현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XRI의 필터 시스템으로 '잡아도 되는지' 네트워크 조건을 사전 검사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동기화 플래그 설정 가능 (어떤 이벤트를 네트워크로 전파할지 선택)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m_SyncHover: 호버(손 가까이 가져감) 상태 동기화 여부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syncSelect: 선택(잡기) 상태 동기화 여부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syncActivate: 활성화(트리거 버튼) 상태 동기화 여부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NetworkVariable&lt;bool&gt; m_IsInteracting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현재 누군가 인터랙션 중인지 전체 네트워크에 알리는 '사용 중' 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NetworkBaseInteractable - 클래스 선언부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Scripts/Interaction/NetworkBaseInteractable.cs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이 클래스의 역할: 네트워크 환경에서 오브젝트 잡기/놓기의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소유권 관리와 동기화를 담당하는 기반 클래스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class NetworkBaseInteractable : NetworkBehaviour,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IXRSelectFilter, IXRHoverFilter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어떤 이벤트를 네트워크로 동기화할지 선택하는 플래그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protected bool m_SyncHover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protected bool m_SyncSelect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protected bool m_SyncActivate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[Header("General Options")]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protected bool m_AllowOverrideOwnership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[Header("Ownership Relinquish")]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bool m_RelinquishOwnershipAfterTime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protected float m_RelinquishOwnershipTime = 5.0f;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'사용 중' 플래그 — 다른 플레이어의 잡기를 차단하는 핵심 변수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protected NetworkVariable&lt;bool&gt; m_IsInteracting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new(false,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XRBaseInteractable m_BaseInteractable;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이 클래스가 하는 일: NetworkBehaviour로 네트워크 기능을 갖추고, IXRSelectFilter/IXRHoverFilter로 '잡기 전 조건 검사'를 구현합니다. m_IsInteracting이 true이면 다른 플레이어는 이 오브젝트를 잡을 수 없습니다.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소유권 이전 흐름 (Ownership Flow)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OnSelectEntered</a:t>
            </a:r>
            <a:br/>
            <a:r>
              <a:t>Local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로컬에서 잡기 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OnSelectOwnerRpc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현재 Owner에게 요청</a:t>
            </a:r>
            <a:br/>
            <a:r>
              <a:t>(SendTo.Owner)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OnSelectRpc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모든 플레이어에게 알림</a:t>
            </a:r>
            <a:br/>
            <a:r>
              <a:t>(SendTo.Everyone)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SetOwnershipLock</a:t>
            </a:r>
            <a:br/>
            <a:r>
              <a:t>+ ChangeOwnership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잠금 해제 후</a:t>
            </a:r>
            <a:br/>
            <a:r>
              <a:t>소유권 이전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왜 2단계 RPC인가? 먼저 현재 Owner에게 '소유권을 넘겨달라'고 요청하고, Owner가 승인하면 모든 클라이언트에 알립니다. DA(Distributed Authority) 모드에서는 ChangeOwnership을 클라이언트에서도 호출할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소유권 요청 &amp; 이전 RPC 패턴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Scripts/Interaction/NetworkBaseInteractable.cs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이 메서드의 목적: 로컬에서 잡기 이벤트 발생 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소유권 요청 + 잠금 처리를 시작하는 진입점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virtual void OnSelectEnteredLocal(BaseInteractionEventArgs 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(CanHold()) // 잡을 수 있는 상태인지 확인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Selected(true); // 로컬에서 즉시 시각적 피드백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(syncSelect) // 네트워크 동기화가 켜져 있으면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OnSelectOwnerRpc(true, NetworkManager.Singleton.LocalClientId);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이미 Owner이면 RPC 없이 바로 잠금 설정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(IsOwner)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m_IsInteracting.Value =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NetworkObject.SetOwnershipLock(true);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다음 슬라이드: Owner가 아닌 경우의 RPC 처리 흐름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로컬에서 먼저 Selected(true)를 호출할까? 네트워크 응답을 기다리면 지연이 느껴지므로, 시각적 피드백은 즉시 주고 소유권 처리는 비동기로 진행합니다.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소유권 요청 &amp; 이전 RPC 패턴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Scripts/Interaction/NetworkBaseInteractable.cs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1단계: 현재 Owner에게만 전달되는 RPC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[Rpc(SendTo.Owner)]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virtual void OnSelectOwnerRpc(bool selected, ulong 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먼저 모든 클라이언트에 시각적 상태 전파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OnSelectRpc(selected, 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소유권 이전: 잡기(selected) + 요청자가 Owner가 아닌 경우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(selected &amp;&amp; OwnerClientId != 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NetworkObject.SetOwnershipLock(false);  // 잠금 해제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NetworkObject.ChangeOwnership(clientId); // 요청자에게 이전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SelectNetworkedEventServer.Invoke(selected);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2단계: 모든 클라이언트에게 전달되는 RPC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[Rpc(SendTo.Everyone)]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void OnSelectRpc(bool selected, ulong 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요청을 보낸 본인은 이미 처리했으므로, 나머지만 갱신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(clientId != NetworkManager.Singleton.LocalClientId)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Selected(selected);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RPC 체인의 설계 의도: OnSelectOwnerRpc가 Owner에서 실행되어 소유권을 안전하게 이전하고, OnSelectRpc가 모든 클라이언트의 시각적 상태를 일관되게 맞춥니다. 요청자 본인은 이미 로컬에서 처리했으므로 중복 실행을 방지합니다.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소유권 반환 (Relinquish Ownership)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오브젝트를 놓은 후 일정 시간 뒤 소유권을 세션 소유자에게 반환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왜 즉시 반환하지 않을까? 던지기 시 물리 시뮬레이션이 완료될 때까지 소유권 유지 필요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즉시 반환하면 소유권이 바뀌면서 던진 물건이 갑자기 '멈추는' 현상 발생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반환 대기 시간: relinquishOwnershipTime (기본 5초)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반환 프로세스 3단계: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1. OnSelectExitedLocal → 타이머 시작 + SetOwnershipLock(false, 잠금 해제)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2. 타이머 만료 → ResetObjectToSessionOwnerRpc() 호출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3. ChangeOwnership(CurrentSessionOwner)로 세션 소유자에게 반환 (중간에 잡으면 타이머 취소)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소유권 반환 타이머 - OnSelectExitedLocal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Scripts/Interaction/NetworkBaseInteractable.cs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이 메서드의 목적: 오브젝트를 놓았을 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'사용 중' 해제 + 소유권 반환 타이머를 시작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virtual void OnSelectExitedLocal(BaseInteractionEventArgs 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... (소켓 필터, isSelected, IsSpawned 가드 생략)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Selected(false); // 시각적 피드백 해제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(syncSelect) // 다른 플레이어에게도 '놓았음' 알림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OnSelectOwnerRpc(false, NetworkManager.Singleton.LocalClientId);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(IsOwner)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m_IsInteracting.Value = false;       // '사용 중' 해제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NetworkObject.SetOwnershipLock(false); // 소유권 잠금 해제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RelinquishOwnershipAfterTime();       // 반환 타이머 시작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다음 슬라이드: 타이머 코루틴과 반환 RPC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놓는 즉시 소유권을 반환하지 않는 이유: 던진 물체의 물리 궤적이 완료될 때까지 소유자가 위치를 업데이트해야 하기 때문입니다. 타이머가 그 시간을 벌어줍니다.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소유권 반환 타이머 - 코루틴 &amp; RPC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Scripts/Interaction/NetworkBaseInteractable.cs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이 코루틴의 목적: 일정 시간 대기 후 소유권을 세션 소유자에게 반환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IEnumerator RelinquishOwnershipToHost()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yield return new WaitForSeconds(relinquishOwnershipTime);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대기 후 조건 확인: 이미 소유자가 아니거나 다시 잡힌 경우 무시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(!IsOwner &amp;&amp; !baseInteractable.isSelected)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ResetObjectToSessionOwnerRpc();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[Rpc(SendTo.Owner)]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void ResetObjectToSessionOwnerRpc()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CurrentSessionOwner(세션의 기본 관리자)에게 소유권 반환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왜 ServerClientId가 아닌가? DA 모드에서는 서버가 없으므로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(NetworkObject.OwnerClientId !=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NetworkManager.Singleton.CurrentSessionOwner)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NetworkObject.ChangeOwnership(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NetworkManager.Singleton.CurrentSessionOwner);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반환 설계 의도: 던지기 물리가 끝난 뒤 CurrentSessionOwner(세션 기본 관리자)에게 소유권을 돌려주어, 다른 플레이어가 다시 잡을 수 있는 상태로 만듭니다.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NetworkPhysicsInteractable &amp; ClientNetworkTransform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핵심 문제: 네트워크 지연 없이 물리 오브젝트를 잡고 던지려면 어떻게 해야 할까? ClientNetworkTransform을 끄고 켜는 전략으로 해결합니다.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NetworkPhysicsInteractable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물리 오브젝트 + 네트워크 소유권을 결합하는 클래스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NetworkBaseInteractable을 상속한 물리 전용 클래스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필수 컴포넌트: Rigidbody + ClientNetworkTransform(CNT, Owner가 위치 동기화하는 컴포넌트)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 전략: 그랩 시 비소유자의 CNT 비활성화 → 로컬에서 직접 물리 제어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왜? CNT가 켜져 있으면 네트워크 보간 때문에 손과 오브젝트 사이에 지연 발생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물리 속도 추적: 3프레임 평균으로 던지기 속도 계산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m_LockedOnSpawn(스폰 시 물리 잠금): 첫 잡기 전까지 오브젝트 고정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왜? 스폰 직후 중력으로 오브젝트가 떨어지는 것을 방지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NetworkPhysicsInteractable - 필드 선언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Scripts/Interaction/NetworkPhysicsInteractable.cs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이 클래스의 역할: 물리 기반 네트워크 오브젝트의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잡기/던지기/소유권 이전을 처리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[RequireComponent(typeof(Rigidbody), typeof(ClientNetworkTransform))]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class NetworkPhysicsInteractable : NetworkBaseInteractable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Rigidbody m_Rigidbody;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ClientNetworkTransform m_ClientNetworkTransform;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CNT는 Owner가 위치를 직접 동기화하는 컴포넌트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던지기 속도 추적용 — 3프레임 평균으로 안정적인 값 산출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Vector3[] m_CurrentCalculatedVelocity;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int m_FramesToCalculate = 3;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int m_CurrentFrame = 0;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Vector3 m_PrevPos;       // 이전 프레임 위치 (델타 계산용)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Vector3 m_AverageVelocity; // 캐시된 평균 속도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스폰 시 물리 고정 — 첫 잡기 전까지 떨어지지 않게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protected NetworkVariable&lt;bool&gt; m_LockedOnSpawn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new(true,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NetworkVariableReadPermission.Everyone,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NetworkVariableWritePermission.Owner);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3프레임 속도 평균을 사용하는 이유: 단일 프레임 속도는 VR 컨트롤러의 떨림으로 불안정합니다. 3프레임 평균으로 부드러운 던지기 궤적을 만듭니다.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NetworkPhysicsInteractable - Awake &amp; Spawn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Scripts/Interaction/NetworkPhysicsInteractable.cs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Awake: 컴포넌트 참조 확보 + CNT를 일단 꺼둠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override void Awake()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base.Awake();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if (!TryGetComponent(out m_Rigidbody)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|| !TryGetComponent(out m_ClientNetworkTransform))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Utils.Log("Missing Components! Disabling Now.", 2);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enabled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   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m_CurrentCalculatedVelocity = new Vector3[m_FramesToCalculate];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m_ClientNetworkTransform.enabled = false; // 스폰 전 동기화 방지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m_Collider = GetComponentInChildren&lt;Collider&gt;();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OnNetworkSpawn: 네트워크 준비 완료 후 CNT 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public override void OnNetworkSpawn()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base.OnNetworkSpawn();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m_ClientNetworkTransform.enabled = syncSelect;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... OnSelectEnteredLocal은 다음 슬라이드에서 계속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Awake에서 CNT를 끄고 OnNetworkSpawn에서 켤까? 네트워크 연결이 완료되기 전에 Transform 동기화가 시작되면 오류가 발생할 수 있기 때문입니다.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NetworkPhysicsInteractable - 그랩 시 Transform 전환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Scripts/Interaction/NetworkPhysicsInteractable.cs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이 메서드의 목적: 잡는 순간 CNT를 꺼서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네트워크 지연 없이 손을 따라가게 만듦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override void OnSelectEnteredLocal(BaseInteractionEventArgs args)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base.OnSelectEnteredLocal(args);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비소유자이고 잡을 수 있으면 → CNT 비활성화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// 왜? CNT가 켜져 있으면 네트워크 보간이 손 움직임을 느리게 따라감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(CanHold() &amp; !IsOwner)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m_ClientNetworkTransform.enabled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(m_LockedOnSpawn.Value) // 첫 잡기: 물리 제약 해제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m_Rigidbody.constraints = RigidbodyConstraints.None;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CNT를 끄는 핵심 이유: 네트워크 보간이 50~200ms 지연을 만들어 '오브젝트가 손을 늦게 따라오는' 느낌을 줍니다. CNT를 끄면 로컬 물리로 즉각 반응합니다.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물리 속도 추적 - Update &amp; GetWorldVelocity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Scripts/Interaction/NetworkPhysicsInteractable.cs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이 메서드의 목적: 매 프레임 오브젝트 속도를 직접 계산하여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나중에 던질 때 사용할 속도를 준비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void Update()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if (m_PauseVelocityCalcuations)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왜 Rigidbody.velocity를 안 쓸까?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잡힌 상태에서는 Kinematic이라 velocity가 항상 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Vector3 velocity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(transform.position - m_PrevPos) / Time.deltaTime;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m_CurrentCalculatedVelocity[m_CurrentFrame] = velocity;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m_CurrentFrame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(m_CurrentFrame + 1) % m_FramesToCalculate;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m_PrevPos = transform.position;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// 매 프레임 평균 속도 캐시 갱신 (순환 버퍼 패턴)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m_AverageVelocity = GetWorldVelocity();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Vector3 GetWorldVelocity()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Vector3 avg = Vector3.zero;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for (int i = 0; i &lt; m_FramesToCalculate; i++)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avg += m_CurrentCalculatedVelocity[i];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return avg / m_FramesToCalculate;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수동으로 속도를 계산할까? 잡힌 오브젝트는 Kinematic(물리 엔진이 비활성)이라 Rigidbody.velocity가 0입니다. 위치 변화(델타)를 직접 계산하여 던지기 속도를 추적합니다.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던지기 속도 적용 - OnGainedOwnership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Scripts/Interaction/NetworkPhysicsInteractable.cs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이 메서드의 목적: 소유권을 새로 받았을 때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잡기 중이 아니면 추적해둔 속도를 물리 엔진에 적용 (던지기)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public override void OnGainedOwnership()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base.OnGainedOwnership();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if (IsOwner)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m_RequestingOwnership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m_ClientNetworkTransform.enabled = true; // CNT 다시 활성화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m_IsInteracting.Value = baseInteractable.isSelected;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// 놓은 상태 + 물리 활성 → 던지기 속도 적용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if (!baseInteractable.isSelected &amp; !m_Rigidbody.isKinematic)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    m_Rigidbody.linearVelocity = m_AverageVelocity;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소유권 획득 타이밍에 속도를 적용하는 이유: 소유자만 Rigidbody를 제어할 수 있으므로, 소유권을 받는 순간에 미리 계산해둔 평균 속도를 넣어야 자연스러운 던지기가 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ClientNetworkTransform(CNT) - 개요 &amp; 동작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CNT는 NetworkTransform을 상속한 커스텀 래퍼(Wrapper) 클래스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핵심: OnIsServerAuthoritative()를 override하여 '누가 위치를 동기화하는가' 결정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false(기본값) → Owner 권한: 오브젝트를 가진 플레이어가 위치를 전송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true → Server 권한: 서버만 위치를 변경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왜 필요한가? 기본 NetworkTransform은 서버만 위치를 바꿀 수 있음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VR에서는 잡은 사람이 직접 위치를 업데이트해야 즉각적 반응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Awake에서 비활성화 → OnNetworkSpawn에서 syncSelect 여부에 따라 활성화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왜? 스폰 전 불필요한 동기화 방지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ClientNetworkTransform - 동기화 설정 옵션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NetworkTransform 상속으로 모든 동기화 옵션 사용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Position, Rotation, Scale 개별 동기화 On/Off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필요한 축만 선택하여 대역폭(네트워크 전송량) 절약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Interpolation(보간) 활성화로 부드러운 움직임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네트워크 업데이트 사이의 빈 구간을 보간하여 자연스럽게 표현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Threshold(임계값) 설정으로 불필요한 업데이트 방지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미세한 움직임은 무시하여 대역폭 최적화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ClientNetworkTransform - 커스텀 래퍼 클래스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Scripts/Network/ClientNetworkTransform.cs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using Unity.Netcode.Components;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/// &lt;summary&gt;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/// 이 클래스의 역할: 기본 NetworkTransform(서버만 위치 변경 가능)을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/// Owner(소유자)가 직접 위치를 동기화할 수 있도록 바꾸는 래퍼.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/// 단 한 줄(OnIsServerAuthoritative → false)만으로 권한 방향을 전환한다.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/// &lt;/summary&gt;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public class ClientNetworkTransform : NetworkTransform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[SerializeField] bool isServerAuthoritative = false;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protected override bool OnIsServerAuthoritative()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return isServerAuthoritative;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// false → Owner가 Transform을 전송하는 주체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    // true  → Server만 Transform을 변경 가능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사용 예시: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- VR 그랩 오브젝트: ClientNetworkTransform 추가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→ 잡은 사람(Owner)이 직접 위치 동기화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- 서버 제어 오브젝트: 기본 NetworkTransform 사용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D2Coding"/>
              </a:defRPr>
            </a:pPr>
            <a:r>
              <a:t>//   → 서버/호스트만 위치 변경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왜 별도 클래스가 필요한가? NetworkTransform은 기본적으로 서버만 위치를 바꿀 수 있습니다. VR에서는 오브젝트를 잡은 플레이어가 직접 위치를 보내야 하므로 이 래퍼로 권한 방향을 뒤집습니다.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그랩 중 Transform 동기화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109728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대기 상태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CNT ON</a:t>
            </a:r>
            <a:br/>
            <a:r>
              <a:t>원격 위치 수신 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75985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5738" y="3200400"/>
            <a:ext cx="2286000" cy="109728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그랩 시작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CNT OFF (비소유자)</a:t>
            </a:r>
            <a:br/>
            <a:r>
              <a:t>네트워크 보간 중지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0203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9956" y="3200400"/>
            <a:ext cx="2286000" cy="109728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그랩 중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Owner가 직접 제어</a:t>
            </a:r>
            <a:br/>
            <a:r>
              <a:t>지연 없는 조작감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4422" y="3474720"/>
            <a:ext cx="211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4A3B8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4175" y="3200400"/>
            <a:ext cx="2286000" cy="10972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릴리스</a:t>
            </a:r>
          </a:p>
          <a:p>
            <a:pPr algn="ctr">
              <a:defRPr sz="1100">
                <a:solidFill>
                  <a:srgbClr val="1B1B2F"/>
                </a:solidFill>
                <a:latin typeface="Malgun Gothic"/>
              </a:defRPr>
            </a:pPr>
            <a:r>
              <a:t>CNT ON (재활성화)</a:t>
            </a:r>
            <a:br/>
            <a:r>
              <a:t>던지기 속도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핵심 전략: 잡는 순간 CNT를 끄면 네트워크 보간이 멈추고 로컬 물리가 직접 제어합니다. 놓는 순간 CNT를 다시 켜서 다른 플레이어에게 위치를 전송합니다.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m_LockedOnSpawn - 스폰 시 물리 잠금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algun Gothic"/>
              </a:defRPr>
            </a:pPr>
            <a:r>
              <a:t>오브젝트가 스폰될 때 떨어지지 않도록 제약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NetworkVariable&lt;bool&gt; m_LockedOnSpawn (초기값: true)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true일 때: RigidbodyConstraints.FreezeAll(모든 축 고정) 적용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예: 테이블 위 큐브가 중력으로 떨어지지 않고 제자리에 고정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첫 번째 그랩 시: m_LockedOnSpawn = false로 잠금 해제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이후부터 물리 시뮬레이션(중력, 충돌)이 정상 동작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모든 클라이언트에서 동기화됨 (NetworkVariable)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한 플레이어가 잡으면 모든 클라이언트에서 동시에 잠금 해제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소유권 이전 패턴 &amp; IXRSelectFilter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'누가 잡을 수 있는가'를 결정하는 필터 패턴 — 동시 접근 문제의 최종 방어선입니다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IXRSelectFilter(선택 필터) 인터페이스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XRI 3.x의 인터랙션 필터 시스템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잡기(Select) 시도 전에 조건을 검사하는 '게이트(관문)' 역할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NetworkBaseInteractable의 Process() 구현: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return IsOwner || allowOverrideOwnership || (!IsOwner &amp;&amp; !isInteracting)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세 가지 조건 분석: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IsOwner: 내가 소유자면 무조건 잡기 허용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allowOverrideOwnership: 소유권 강제 탈취 허용 설정 시 통과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!IsOwner &amp;&amp; !isInteracting: 소유자 아니어도 아무도 안 잡고 있으면 허용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결과: 누군가 잡고 있으면(isInteracting=true) 다른 사람은 잡기 불가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IXRSelectFilter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Scripts/Interaction/NetworkBaseInteractable.cs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이 필터의 목적: 잡기 시도 전에 '이 오브젝트를 잡아도 되는지'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네트워크 소유권 상태를 기준으로 허용/거부 판정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bool canProcess =&gt; isActiveAndEnabled;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bool Process(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IXRSelectInteractor interactor,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IXRSelectInteractable interactable)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조건 1: 내가 소유자면 항상 허용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(IsOwner) return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조건 2: 소유권 강제 탈취 허용 설정 시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(allowOverrideOwnership) return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조건 3: 아무도 인터랙션 중이 아닐 때만 허용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return !m_IsInteracting.Value;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// IXRHoverFilter(호버 필터)도 동일한 로직으로 구현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public bool Process(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IXRHoverInteractor interactor,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IXRHoverInteractable interactable)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(IsOwner) return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(allowOverrideOwnership) return true;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return !m_IsInteracting.Value;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이 필터가 동시 접근을 방지하는 원리: Process()가 false를 반환하면 XRI가 잡기 시도 자체를 차단합니다. m_IsInteracting이 네트워크로 동기화되므로, 한 명이 잡으면 모든 클라이언트에서 다른 플레이어의 잡기가 즉시 차단됩니다.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소유권 이전 전략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RPC 기반 요청 (잡기)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잡기 시도 → Owner에게 RPC 전송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Owner가 잠금 해제 + ChangeOwnership()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안정적이고 충돌 없음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지연 시간: RTT(왕복 시간) 1회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약 60ms 정도의 딜레이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충돌 기반 자동 이전 (물리)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충분한 속도로 충돌 시 소유권 자동 이전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예: 던진 공이 다른 오브젝트에 부딪힐 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물리적으로 자연스러운 상호작용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RequestOwnership() + RTT 기반 타임아웃</a:t>
            </a:r>
          </a:p>
          <a:p>
            <a:pPr>
              <a:spcAft>
                <a:spcPts val="6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t>    ▸ 응답 없으면 자동 재시도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RequestOwnership() &amp; RTT 기반 타임아웃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NetworkPhysicsInteractable의 소유권 요청 메커니즘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RequestOwnership() 호출 시: 현재 RTT(Round-Trip Time, 왕복 시간) 기반 타임아웃 설정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타임아웃 내 소유권 획득 실패 시 자동 재시도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왜 RTT 기반 타임아웃인가? 네트워크 상태에 따라 적응적으로 조절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고정 타임아웃은 느린 네트워크에서 너무 빠르게 포기하고, 빠른 네트워크에서 너무 오래 기다림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Distributed Authority(DA, 분산 권한) 모드에서의 차이: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세션 서비스가 소유권을 중재, ChangeOwnership이 비동기적으로 처리됨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[실습] 네트워크 그랩 오브젝트 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앞서 배운 소유권 이전 + CNT 전환 패턴을 실제 프리팹으로 구성합니다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645920" cy="4114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2F"/>
                </a:solidFill>
                <a:latin typeface="Malgun Gothic"/>
              </a:defRPr>
            </a:pPr>
            <a:r>
              <a:t>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실습: 네트워크 그랩 오브젝트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1. 빈 오브젝트에 NetworkObject + CNT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2. Rigidbody 추가 (useGravity=true)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3. XRGrabInteractable (VelocityTracking)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4. NetworkPhysicsInteractable 스크립트 추가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5. Inspector: syncSelect=true, Override=false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6. relinquishTime=5.0, lockedOnSpawn=true 확인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7. MPPM으로 두 클라이언트 그랩/던지기 테스트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Malgun Gothic"/>
              </a:defRPr>
            </a:pPr>
            <a:r>
              <a:t>Step 8. 동시 잡기 시도 → SelectFilter 거부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728655" cy="64008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B923C"/>
                </a:solidFill>
                <a:latin typeface="Malgun Gothic"/>
              </a:defRPr>
            </a:pPr>
            <a:r>
              <a:t>🎯 목표: 멀티플레이어 네트워크 물리 그랩 오브젝트 완성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실습 - 오브젝트 프리팹 구성 (Inspector 설정 코드 형태)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Prefabs/NetworkGrabObject.prefab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프리팹 계층 구조와 각 컴포넌트의 설정값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GameObject: NetworkGrabCube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├── NetworkObject          (네트워크 식별 + 소유권 관리)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├── ClientNetworkTransform (Owner가 위치 동기화)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SyncPosition = true, SyncRotation =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Interpolate = true   (부드러운 보간)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├── Rigidbody              (물리 엔진)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useGravity =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isKinematic = 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├── XRGrabInteractable     (XRI 잡기 기능)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movementType = VelocityTracking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throwOnDetach =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├── NetworkPhysicsInteractable (네트워크 물리 잡기)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syncSelect =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allowOverrideOwnership = false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relinquishOwnershipTime = 5.0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│     m_LockedOnSpawn = true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D4D4D4"/>
                </a:solidFill>
                <a:latin typeface="D2Coding"/>
              </a:defRPr>
            </a:pPr>
            <a:r>
              <a:t>// └── BoxCollider             (충돌 판정)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각 컴포넌트의 역할: NetworkObject가 소유권 관리, CNT가 위치 동기화, NetworkPhysicsInteractable이 네트워크 잡기 로직을 담당합니다.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2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충돌 기반 소유권 이전 &amp; 디버깅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36576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던진 물체가 다른 오브젝트에 부딪힐 때 자동으로 소유권이 넘어가는 메커니즘과 디버깅 방법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충돌 기반 소유권 이전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m_AllowCollisionOwnershipExchange 플래그로 활성화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예: Player A가 던진 공이 테이블 위 큐브에 부딪힘 → 공의 소유자가 큐브 소유권도 획득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왜 필요한가? 던진 물체가 다른 오브젝트에 충돌하면 물리적으로 영향을 줘야 자연스러움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IsMovingFaster() 메서드로 속도 비교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내 오브젝트 속도 &gt; 임계값(m_MinExchangeVelocityMagnitude) AND &gt; 상대 속도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충돌 시 소유권 요청 조건: 인터랙션 중이거나 더 빠르게 움직일 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핵심: 충돌한 상대(OTHER) 오브젝트의 소유권을 요청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자기 것이 아닌 상대방 오브젝트에 RequestOwnership() 호출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충돌 기반 소유권 이전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Malgun Gothic"/>
              </a:defRPr>
            </a:pPr>
            <a:r>
              <a:t>Scripts/Interaction/NetworkPhysicsInteractable.cs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77295" cy="493776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void OnCollisionEnter(Collision collision)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(!IsOwner || !m_AllowCollisionOwnershipExchange) return;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충돌 대상에서 NetworkPhysicsInteractable 찾기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NetworkPhysicsInteractable networkPhysicsInteractable =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collision.transform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.GetComponentInParent&lt;NetworkPhysicsInteractable&gt;();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상대가 네트워크 물리 오브젝트이고,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내가 인터랙션 중이거나 더 빠르면 → 상대의 소유권 요청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if (networkPhysicsInteractable != null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&amp;&amp; (isInteracting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|| IsMovingFaster(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 networkPhysicsInteractable.m_Rigidbody)))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networkPhysicsInteractable.RequestOwnership();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protected bool IsMovingFaster(Rigidbody otherBody)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// 두 조건 모두 충족: 최소 속도 이상 AND 상대보다 빠름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return m_Rigidbody.linearVelocity.magnitude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&gt; m_MinExchangeVelocityMagitude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&amp;&amp; m_Rigidbody.linearVelocity.magnitude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               &gt; otherBody.linearVelocity.magnitude;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D2Coding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algun Gothic"/>
              </a:defRPr>
            </a:pPr>
            <a:r>
              <a:t>GetComponentInParent를 사용하는 이유: 콜라이더가 자식 오브젝트에 있을 수 있으므로 부모까지 탐색합니다. 소유권 요청 대상은 자기 자신이 아닌 충돌한 상대 오브젝트입니다.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네트워크 인터랙션 디버깅 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MPPM(Multiplayer Play Mode)으로 에디터 내 테스트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빌드 없이 2개 이상의 가상 플레이어로 즉시 테스트 가능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 Inspector에서 OwnerClientId 변화 실시간 추적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Debug.Log에 [Client {NetworkManager.LocalClientId}]로 어느 플레이어 시점인지 구분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NetworkVariable 변경 콜백으로 상태 변화 감시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m_IsInteracting.OnValueChanged += OnInteractingChanged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가장 흔한 원인: '로컬에서는 되는데 네트워크에서 안 됨'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십중팔구 소유권 미확인 — IsOwner 체크를 빠뜨린 경우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흔한 네트워크 인터랙션 버그 &amp; 해결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오브젝트가 잡히지 않음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잡은 오브젝트가 순간이동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던진 물체가 멈춤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두 명이 동시에 잡음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놓은 후 오브젝트 떨림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30975" y="1463040"/>
            <a:ext cx="5029200" cy="457200"/>
          </a:xfrm>
          <a:prstGeom prst="roundRect">
            <a:avLst/>
          </a:prstGeom>
          <a:solidFill>
            <a:srgbClr val="2D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2FF"/>
                </a:solidFill>
                <a:latin typeface="Malgun Gothic"/>
              </a:defRPr>
            </a:pPr>
            <a:r>
              <a:t>원인 &amp; 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SelectFilter가 false → 소유권/isInteracting 상태 확인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CNT 비활성화 누락 → 그랩 시 CNT OFF 확인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relinquishTime 너무 짧음 → 기본 5초 권장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m_IsInteracting 동기화 지연 → 필터 조건 강화</a:t>
            </a:r>
          </a:p>
          <a:p>
            <a:pPr>
              <a:spcAft>
                <a:spcPts val="600"/>
              </a:spcAft>
              <a:defRPr sz="1700">
                <a:solidFill>
                  <a:srgbClr val="F1F5F9"/>
                </a:solidFill>
                <a:latin typeface="Malgun Gothic"/>
              </a:defRPr>
            </a:pPr>
            <a:r>
              <a:t>● CNT 재활성화 타이밍 문제 → OnGainedOwnership 확인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Distributed Authority(DA, 분산 권한)에서의 소유권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DA 모드에서는 세션 서비스가 소유권을 중재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호스트가 없으므로 ChangeOwnership 동작이 다름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ChangeOwnership은 클라이언트에서도 호출 가능 (DA 모드 한정)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NetworkObject.RequestOwnership() 사용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비동기적으로 처리되며 거부될 수 있음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소유권 잠금(SetOwnershipLock) — 핵심 패턴: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OnSelectEnteredLocal → SetOwnershipLock(true): 잡는 중 다른 요청 차단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OnSelectExitedLocal → SetOwnershipLock(false): 놓을 때 잠금 해제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DA 모드: 소유권 반환 &amp; 레이턴시 보상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소유권 반환 시 CurrentSessionOwner(세션 기본 관리자) 사용: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ResetObjectToSessionOwnerRpc()로 세션 소유자에게 반환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왜 ServerClientId가 아닌가? DA 모드에는 서버가 없으므로 세션 소유자가 대신함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NetworkObject.SetOwnershipLock(true/false)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잡는 중 true로 잠금 → 놓을 때 false로 해제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● 레이턴시(지연) 보상 전략: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로컬 예측(Local Prediction)으로 즉각적 피드백 제공</a:t>
            </a:r>
          </a:p>
          <a:p>
            <a:pPr lvl="1">
              <a:spcBef>
                <a:spcPts val="400"/>
              </a:spcBef>
              <a:spcAft>
                <a:spcPts val="800"/>
              </a:spcAft>
              <a:defRPr sz="1600">
                <a:solidFill>
                  <a:srgbClr val="94A3B8"/>
                </a:solidFill>
                <a:latin typeface="Malgun Gothic"/>
              </a:defRPr>
            </a:pPr>
            <a:r>
              <a:t>    ▸ 서버 확인 후 보정(Reconciliation — 서버 결과와 맞추기) 처리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algun Gothic"/>
              </a:defRPr>
            </a:pPr>
            <a:r>
              <a:t>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280160"/>
            <a:ext cx="27432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NetworkBaseInteractable은 IXRSelectFilter(선택 필터)/IXRHoverFilter(호버 필터)로 네트워크 조건부 인터랙션을 구현한다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소유권 흐름: OnSelectEnteredLocal → OnSelectOwnerRpc(현재 Owner에게) → OnSelectRpc(모든 플레이어에게) → SetOwnershipLock 해제 + ChangeOwnership 이전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NetworkPhysicsInteractable은 ClientNetworkTransform(CNT)을 사용하여 Owner가 직접 Transform을 동기화한다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그랩 시 비소유자의 CNT를 비활성화하여 네트워크 보간 지연 없는 즉각적 조작감을 확보한다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Update()에서 수동 위치 델타로 3프레임 속도 평균을 계산하고, OnGainedOwnership에서 던지기 속도를 적용한다. 소유권은 CurrentSessionOwner에게 반환한다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IXRSelectFilter의 Process()는 IsOwner, allowOverrideOwnership, isInteracting 세 조건으로 동시 접근을 방지한다</a:t>
            </a:r>
          </a:p>
          <a:p>
            <a:pPr>
              <a:spcAft>
                <a:spcPts val="1200"/>
              </a:spcAft>
              <a:defRPr sz="2000">
                <a:solidFill>
                  <a:srgbClr val="F1F5F9"/>
                </a:solidFill>
                <a:latin typeface="Malgun Gothic"/>
              </a:defRPr>
            </a:pPr>
            <a:r>
              <a:t>✓ 충돌 기반 소유권 이전: IsMovingFaster()로 속도를 비교하여 충돌한 상대 오브젝트의 소유권을 자동으로 요청한다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