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1371600"/>
            <a:ext cx="2133295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B2F"/>
                </a:solidFill>
                <a:latin typeface="Malgun Gothic"/>
              </a:defRPr>
            </a:pPr>
            <a:r>
              <a:t>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미니게임 프레임워크 &amp; Whack-A-Pig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Malgun Gothic"/>
              </a:defRPr>
            </a:pPr>
            <a:r>
              <a:t>구조화된 미니게임 시스템 설계부터 두더지잡기 게임 구현까지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algun Gothic"/>
              </a:defRPr>
            </a:pPr>
            <a:r>
              <a:t>조영민 강사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0807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algun Gothic"/>
              </a:defRPr>
            </a:pPr>
            <a:r>
              <a:t>VR Multiplayer Game Development  |  Unity 6 + Netcode for GameObjects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목차 (Table of Contents)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미니게임 프레임워크 설계 (IMiniGame, MiniGameBase)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21408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2140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MiniGameManager 상태머신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79776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네트워크 점수 시스템 &amp; Scoreboard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3814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Whack-A-Pig 게임 로직 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96512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965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[실습] 미니게임 매니저 &amp; 두더지잡기 기본 구현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79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텔레포트 기반 게임존 이동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미니게임 프레임워크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IMiniGame 인터페이스와 MiniGameBase 추상 베이스 클래스로 확장 가능한 미니게임 구조 만들기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미니게임 프레임워크 필요성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왜 공통 구조가 필요한가?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VR 멀티플레이어 환경에서 여러 미니게임을 운영해야 함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모든 게임이 동일한 게임 루프(Game Loop)를 따름: 준비 → 진행 → 종료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점수 계산, 플레이어 관리 등 반복되는 공통 로직이 존재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인터페이스(규칙 정의) + 베이스 클래스(공통 구현)로 일관된 구조 제공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새 미니게임 추가 시 게임별 핵심 로직만 구현하면 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미니게임 프레임워크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IMiniGame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인터페이스 — 규칙(계약)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MiniGameBase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베이스 클래스 — 공통 로직 구현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MiniGame_Whack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구체 클래스 — Whack-A-Pig 전용 로직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MiniGameManager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매니저 — 게임 루프 및 상태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인터페이스(규칙) → 베이스 클래스(공통) → 구체 구현(게임별) → 매니저(전체 관리) 계층 구조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IMiniGame 인터페이스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VRMPAssets/MiniGames/MiniGameScripts/MiniGameBase.cs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MiniGameBase.cs 하단에 정의된 인터페이스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인터페이스: 모든 미니게임이 반드시 구현해야 하는 메서드 목록(계약)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interface IMiniGame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void SetupGame();        // 준비: 점수 초기화, 오브젝트 배치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void StartGame();        // 시작: 게임 진행 플래그 활성화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void UpdateGame(float deltaTime); // 진행: 매 프레임 타이머·로직 갱신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void FinishGame(bool submitScore = true); // 종료: 정리 및 점수 제출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MiniGameBase.cs 파일 하단에 정의된 인터페이스 — 모든 미니게임이 구현해야 하는 4가지 게임 루프 메서드(준비→시작→진행→종료)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GameType: 두 가지 승리 조건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GameType.Time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가장 빠른 시간이 승리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경과 시간을 점수로 제출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낮은 점수 = 높은 순위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예: 장애물 경주, 퍼즐 완성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GameType.Score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가장 높은 점수가 승리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획득 점수를 직접 제출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높은 점수 = 높은 순위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예: Whack-A-Pig, 슈팅 게임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MiniGameBase 클래스 (1/2) — 필드 &amp; 게임 루프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VRMPAssets/MiniGames/MiniGameScripts/MiniGameBase.cs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class MiniGameBase : MonoBehaviour, IMiniGame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enum GameType { Time, Score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GameType m_GameType;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protected float m_GameLength = 90.0f; // 제한 시간(초)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protected XRBaseInteractable[] m_GameInteractables;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protected MiniGameManager m_MiniGameManager;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protected float m_CurrentTimer;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protected bool m_Finished;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bool m_GameEndingNotificationSent;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virtual void SetupGame() { // 1단계: 준비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(m_GameType == GameType.Score) m_CurrentTimer = m_GameLength;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virtual void StartGame() { // 2단계: 시작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m_GameEndingNotificationSent = false;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m_Finished = false;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virtual void UpdateGame(float deltaTime) { // 3단계: 진행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m_CurrentTimer -= deltaTime;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(m_GameType == GameType.Score)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m_MiniGameManager.m_GameStateText.text = $"Time: {m_CurrentTimer:F0}";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CheckForGameEnd();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virtual void FinishGame(bool submitScore = true) { // 4단계: 종료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RemoveInteractables();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m_Finished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m_CurrentTimer = m_GameLength;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MiniGameBase는 모든 미니게임이 상속하는 공통 클래스. 게임 루프 4단계(SetupGame→StartGame→UpdateGame→FinishGame)를 virtual 메서드로 제공하여 서브 클래스에서 재정의 가능. m_GameInteractables=해머 등 상호작용 도구, m_MiniGameManager=이 게임을 관리하는 매니저 참조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MiniGameBase 클래스 (2/2) — 게임 종료 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VRMPAssets/MiniGames/MiniGameScripts/MiniGameBase.cs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타이머 종료 감지 — UpdateGame에서 매 프레임 호출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protected void CheckForGameEnd()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(m_CurrentTimer &lt;= 3.5f &amp; !m_GameEndingNotificationSent)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m_GameEndingNotificationSent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코루틴 시작: 3초 카운트다운 동안 1초 간격으로 알림 표시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StartCoroutine(CheckForGameEndingRoutine());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이 코루틴은 3초 카운트다운을 1초 간격으로 수행하며 대기합니다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IEnumerator CheckForGameEndingRoutine()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int seconds = 3;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while (seconds &gt; 0)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(m_MiniGameManager.LocalPlayerInGame)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PlayerHudNotification.Instance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.ShowText($"Game Ending In {seconds}");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yield return new WaitForSeconds(1.0f); // 1초 대기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seconds--;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(m_MiniGameManager.LocalPlayerInGame)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PlayerHudNotification.Instance.ShowText($"Game Complete!");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Owner(서버 권한자)만 게임 종료 RPC를 호출할 수 있음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(m_MiniGameManager.IsOwner &amp;&amp;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m_MiniGameManager.currentNetworkedGameState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== MiniGameManager.GameState.InGame)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m_MiniGameManager.StopGameOwnerRpc();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타이머가 3.5초 이하가 되면 카운트다운 코루틴 시작. 3→2→1 알림 후 Owner(서버 권한)가 StopGameOwnerRpc()로 모든 클라이언트에 게임 종료 통보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게임 종료 감지 시스템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타이머 만료 → 카운트다운 → 서버 종료 요청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UpdateGame()에서 매 프레임 CheckForGameEnd()를 호출하여 타이머 3.5초 이하 감지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카운트다운 코루틴(Coroutine — 여러 프레임에 걸쳐 실행되는 함수)을 시작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1초 간격으로 "3, 2, 1" HUD 알림을 플레이어에게 표시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카운트다운 완료 후 Owner(서버 권한)만 StopGameOwnerRpc() 호출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Owner만 호출하는 이유: 모든 클라이언트가 동시에 호출하면 중복 처리됨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MiniGameManager 상태머신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PreGame → InGame → PostGame 순환 상태를 NetworkVariable로 모든 클라이언트에 동기화하는 매니저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게임 상태머신(State Machine)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PreGame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플레이어 입장 대기 (초기 상태)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InGame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게임 진행, 타이머 작동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PostGame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결과 표시 및 점수 정산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PreGame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다음 라운드 대기 (순환)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상태머신 — 정해진 상태 간 전환 규칙에 따라 게임 흐름을 제어하는 패턴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MiniGameManager 핵심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VRMPAssets/MiniGames/MiniGameScripts/MiniGameManager.cs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// MiniGameManager — 미니게임의 상태 전환과 플레이어 관리를 담당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public class MiniGameManager : NetworkBehaviour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// 상태머신: 게임이 현재 어떤 단계에 있는지를 나타냄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public enum GameState { None, PreGame, InGame, PostGame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// NetworkVariable — 값이 변경되면 모든 클라이언트에 자동 동기화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readonly NetworkVariable&lt;GameState&gt; networkedGameState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= new NetworkVariable&lt;GameState&gt;(GameState.PreGame,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NetworkVariableReadPermission.Everyone,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NetworkVariableWritePermission.Owner);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NetworkList&lt;ulong&gt; m_QueuedUpPlayers;   // 대기 중인 플레이어 ID 목록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NetworkList&lt;ulong&gt; m_CurrentPlayers;     // 현재 게임 참여 플레이어 ID 목록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public MiniGameBase currentMiniGame;     // 현재 실행 중인 미니게임 참조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float m_CurrentTimer;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// 모든 클라이언트에서 매 프레임 실행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public virtual void Update()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// InGame 상태일 때만 타이머를 증가시키고 게임 로직 갱신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if (networkedGameState.Value == GameState.InGame)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float dt = Time.deltaTime;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m_CurrentTimer += dt;          // 경과 시간 증가(+=)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currentMiniGame.UpdateGame(dt); // 미니게임의 게임 루프 3단계 호출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// 스코어보드 위치 업데이트 (로컬 플레이어가 게임 중일 때)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if ((networkedGameState.Value == GameState.PreGame ||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(networkedGameState.Value == GameState.InGame &amp;&amp; m_UseInGameOffset)) &amp;&amp; LocalPlayerInGame)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UpdateScoreboardPosition();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MiniGameManager는 상태머신으로 게임 흐름을 관리. Update()에서 InGame 상태일 때만 미니게임의 UpdateGame()을 호출하여 게임 루프를 구동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NetworkList로 플레이어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누가 대기 중이고 누가 게임 중인지 추적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m_QueuedUpPlayers: 게임존 준비 구역에 들어온 대기 플레이어 목록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물리적 준비 구역(SubTrigger)에 들어오면 자동 추가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CharacterController 감지로 VR 플레이어만 식별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m_CurrentPlayers: 현재 게임에 참여 중인 플레이어 목록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PreGame → InGame 전환 시 대기 목록에서 복사됨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PostGame에서 초기화(비움)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NetworkList는 변경 시 모든 클라이언트에 자동 동기화됨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플레이어 참가 RPC 체인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VRMPAssets/MiniGames/MiniGameScripts/MiniGameManager.cs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1단계: 클라이언트가 준비 구역 진입 시 호출 → Owner(서버)에게 전송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[Rpc(SendTo.Owner)]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void AddPlayerOwnerRpc(ulong clientId)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AddPlayerRpc(clientId);  // 먼저 모든 클라이언트에 참가 알림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최대 인원 미만이면 대기 목록에 추가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(m_QueuedUpPlayers.Count &lt; maxAllowedPlayers)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m_QueuedUpPlayers.Add(clientId);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2단계: Owner가 호출 → 모든 클라이언트에서 실행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[Rpc(SendTo.Everyone)]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void AddPlayerRpc(ulong clientId)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(currentPlayerDictionary.Count &lt; maxAllowedPlayers)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AddPlayerToList(clientId); // 로컬 Dictionary에 추가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참가한 플레이어 본인의 화면에서만 게임존 설정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(clientId == XRINetworkPlayer.LocalPlayer.OwnerClientId)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m_LocalPlayerInGame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m_TeleportZonesObject.SetActive(true);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m_DynamicButton.UpdateButton(RemoveLocalPlayer, "Leave");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// 게임존으로 텔레포트 이동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m_LocalPlayerTeleportProvider.QueueTeleportRequest(teleportRequest);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RPC 체인 흐름: 클라이언트가 Owner에게 참가 요청 → Owner가 모든 클라이언트에 브로드캐스트하여 전체 동기화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플레이어 참가 RPC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클라이언트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준비 구역 진입 (Ready)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AddPlayerOwnerRpc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→ Owner(서버)에게 요청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AddPlayerRpc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→ 모든 클라이언트에 참가 알림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대기 목록 추가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인원 수 확인 후 등록 완료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왜 RPC 체인을 사용하는가? — 서버(Owner)가 중앙에서 인원 수를 관리하여 중복 참가를 방지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물리적 준비 구역 시스템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VR 공간에서 자연스러운 게임 참가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각 미니게임 앞에 물리적 준비 구역을 배치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SubTrigger(트리거 감지 컴포넌트)로 영역 진입/퇴장 감지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CharacterController를 통해 VR 플레이어만 식별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일반 오브젝트의 진입은 무시됨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준비 구역 진입 = 참가 준비 상태 전환 (자동 참가 아님)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준비 완료 시 AddPlayerOwnerRpc가 호출되어 참가 처리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네트워크 점수 시스템 &amp; Scoreboard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RPC로 점수를 실시간 동기화하고 ScoreboardSlot으로 순위를 표시하는 시스템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점수 제출 RPC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VRMPAssets/MiniGames/MiniGameScripts/MiniGameManager.cs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플레이어-스코어보드 슬롯 매핑 Dictionary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Dictionary&lt;XRINetworkPlayer, ScoreboardSlot&gt; currentPlayerDictionary = new();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모든 클라이언트에서 실행 — 점수를 전체 동기화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[Rpc(SendTo.Everyone)]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void SubmitScoreRpc(float score, ulong clientId, bool finishGameOnScoreSubmit = false)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clientId로 플레이어 객체 조회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(XRINetworkGameManager.Instance.TryGetPlayerByID(clientId, out var player))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(currentPlayerDictionary.ContainsKey(player))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// 해당 플레이어의 스코어보드 슬롯에 점수 반영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currentPlayerDictionary[player].UpdateScore(score, currentMiniGame.currentGameType);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if (finishGameOnScoreSubmit)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currentPlayerDictionary[player].isFinished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if (player.IsLocalPlayer)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    FinishGame(); // 로컬 플레이어의 게임 종료 처리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SortPlayers();                   // 점수 기준 순위 재정렬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CheckIfAllPlayersAreFinished();  // 모든 플레이어 완료 시 상태 전환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점수 제출 시 모든 클라이언트의 스코어보드를 동시에 갱신. 이 코드가 게임에서 하는 역할: 누군가 점수를 얻으면 모든 플레이어의 화면에서 순위가 실시간 갱신됨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ScoreboardSlot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VRMPAssets/MiniGames/MiniGameScripts/ScoreboardSlot.cs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ScoreboardSlot — 스코어보드에서 한 플레이어의 점수 표시를 담당하는 UI 컴포넌트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class ScoreboardSlot : MonoBehaviour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TMP_Text m_PlayerNameText;   // 플레이어 이름 UI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TMP_Text m_PlayerScoreText;  // 점수 표시 UI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float currentScore { get =&gt; m_Score; set =&gt; m_Score = value;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float m_Score;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bool isFinished { get; set; }  // 개인 게임 완료 여부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bool isReady { get; set; }     // 준비 상태 여부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void SetupPlayerSlot(int place, string playerName)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m_PlayerNameText.text = playerName;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UpdatePlace(place);       // 순위 표시 갱신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m_PlayerScoreText.text = ""; // 점수 초기화(빈 문자열)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isFinished = false;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isReady = false;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void UpdateScore(float score, GameType gameType)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currentScore = score;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GameType에 따라 시간(mm:ss) 또는 점수 형식으로 표시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m_PlayerScoreText.text = FormatScore(score, gameType);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ScoreboardSlot은 스코어보드의 한 줄(한 플레이어)을 담당. SetupPlayerSlot()으로 초기화하고, 점수 변경 시 UpdateScore()로 표시 갱신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스코어보드 정렬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Time 모드 정렬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오름차순 정렬 (빠른 순)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낮은 시간 = 1등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미완료 = 최하위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동점 시 먼저 제출한 사람 우선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Score 모드 정렬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내림차순 정렬 (높은 순)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높은 점수 = 1등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0점 = 최하위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동점 시 먼저 제출한 사람 우선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Whack-A-Pig 게임 로직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MiniGameBase를 상속하여 게임 루프를 재정의한 두더지잡기(Whack-A-Pig) 구체 구현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Whack-A-Pig 게임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MiniGameBase를 상속한 첫 번째 구체 미니게임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클래식 두더지잡기를 VR 멀티플레이어로 구현한 미니게임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MiniGameBase를 상속하여 GameType.Score(높은 점수 승리) 사용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제한 시간(m_GameLength) 내에 최고 점수를 목표로 경쟁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해머는 XRBaseInteractable(VR 상호작용 컴포넌트)로 구현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VR 컨트롤러로 잡기(Grab) → 휘두르기 → 충돌 감지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MiniGame_Whack 핵심 구현 (1/2) — 필드 &amp;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VRMPAssets/MiniGames/MiniGameScripts/MiniGame_Whack.cs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MiniGame_Whack — MiniGameBase를 상속한 Whack-A-Pig 전용 게임 클래스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class MiniGame_Whack : MiniGameBase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m_GameInteractables(해머 배열), m_MiniGameManager는 MiniGameBase에서 상속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NetworkedWhackAPig m_NetworkedGameplay; // 네트워크 돼지 스폰/파괴 담당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readonly Dictionary&lt;XRBaseInteractable, Pose&gt; m_InteractablePoses = new(); // 해머 초기 위치 저장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int m_CurrentScore; // 현재 플레이어 점수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override void Start()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base.Start();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TryGetComponent(out m_NetworkedGameplay); // 같은 오브젝트의 네트워크 컴포넌트 참조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각 해머의 초기 위치(Pose)를 저장 — 드롭 후 원위치 복귀에 사용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foreach (var interactable in m_GameInteractables)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if (!m_InteractablePoses.ContainsKey(interactable))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m_InteractablePoses.Add(interactable,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    new Pose(interactable.transform.position,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             interactable.transform.rotation));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// 해머를 놓을 때(Drop) 호출될 이벤트 등록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interactable.selectExited.AddListener(HammerDropped);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MiniGame_Whack는 MiniGameBase를 상속하여 Whack-A-Pig 전용 로직을 추가. Start()에서 해머 초기 위치 저장과 드롭 이벤트를 등록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MiniGame_Whack 핵심 구현 (2/2) — Setup &amp; 점수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VRMPAssets/MiniGames/MiniGameScripts/MiniGame_Whack.cs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MiniGame_Whack 클래스 계속...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[게임 루프 1단계 재정의] 준비 — 점수 초기화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override void SetupGame()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base.SetupGame();          // 부모의 타이머 초기화 호출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m_CurrentScore = 0;        // 점수를 0으로 리셋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m_NetworkedGameplay.ResetGame(); // 네트워크 게임플레이 초기화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로컬 플레이어가 돼지를 때렸을 때 호출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void LocalPlayerScored(int pointValue)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m_CurrentScore += pointValue;    // Good Pig(+), Bad Pig(-) 모두 처리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(m_CurrentScore &lt; 0) m_CurrentScore = 0; // 점수가 0 미만이 되지 않도록 보정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갱신된 점수를 모든 클라이언트에 RPC로 전송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m_MiniGameManager.SubmitScoreRpc(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m_CurrentScore,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XRINetworkPlayer.LocalPlayer.OwnerClientId);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SetupGame()은 부모 클래스의 초기화에 점수 리셋을 추가. LocalPlayerScored()는 점수를 로컬에서 계산한 뒤 RPC로 모든 클라이언트에 동기화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해머 관리 시스템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해머 드롭 후 자동 복귀 및 네트워크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각 해머는 XRBaseInteractable(VR 잡기 가능 컴포넌트)을 가짐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Start()에서 해머의 초기 위치·회전(Pose)을 Dictionary에 저장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해머 드롭(Drop) 시 코루틴으로 0.25초 후 원위치 자동 복귀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다른 플레이어가 해머를 바로 사용할 수 있도록 빠르게 리셋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m_GameInteractables 배열은 MiniGameBase에서 상속 — 재선언 불필요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NetworkedWhackAPig 클래스가 네트워크 동기화된 돼지 스폰/파괴 처리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Bad Pig: 음수 pointValue 돼지를 때리면 감점 (최소 0점 보정)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Whack-A-Pig 점수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해머 충돌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Breakable(파괴 가능) 컴포넌트 감지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LocalPlayerScored()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로컬 점수 계산 (Good +1 / Bad -1)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SubmitScoreRpc()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모든 클라이언트에 점수 전파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스코어보드 갱신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모든 플레이어 화면에서 순위 갱신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해머 충돌 → 로컬 점수 계산 → RPC 전파 → 전체 스코어보드 동기화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해머 드롭 시 초기 위치 리셋 (1/2) — FinishGame &amp; 이벤트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VRMPAssets/MiniGames/MiniGameScripts/MiniGame_Whack.cs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[게임 루프 4단계 재정의] 종료 — 베이스 정리 + 네트워크 종료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override void FinishGame(bool submitScore = true)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base.FinishGame(submitScore);  // 부모: 도구 회수, 종료 플래그 설정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m_NetworkedGameplay.EndGame(); // 네트워크 돼지 스폰 중단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[SerializeField] float m_HammerResetTime = 0.25f; // 드롭 후 복귀 대기 시간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해머를 놓았을 때 호출되는 이벤트 핸들러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void HammerDropped(BaseInteractionEventArgs args)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XRBaseInteractable interactable = (XRBaseInteractable)args.interactableObject;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(m_InteractablePoses.ContainsKey(interactable))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// 코루틴 시작: 잠시 후 해머를 원래 위치로 복귀시킴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StartCoroutine(DropHammerAfterTimeRoutine(interactable));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FinishGame()에서 부모의 정리 로직 호출 후 네트워크 게임도 종료. HammerDropped 이벤트 핸들러가 코루틴을 시작하여 해머 복귀 처리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해머 드롭 시 초기 위치 리셋 (2/2) — 리셋 코루틴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VRMPAssets/MiniGames/MiniGameScripts/MiniGame_Whack.cs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이 코루틴은 0.25초 동안 대기한 뒤 해머를 원래 위치로 되돌립니다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IEnumerator DropHammerAfterTimeRoutine(XRBaseInteractable interactable)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yield return new WaitForSeconds(m_HammerResetTime); // 0.25초 대기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(!interactable.isSelected) // 다른 사람이 잡지 않았을 때만 리셋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Rigidbody body = interactable.GetComponent&lt;Rigidbody&gt;();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bool wasKinematic = body.isKinematic;  // 원래 물리 상태 저장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body.isKinematic = true;  // 물리 비활성화 (위치 직접 설정 가능)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interactable.transform.SetPositionAndRotation(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m_InteractablePoses[interactable].position,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m_InteractablePoses[interactable].rotation); // 초기 위치로 복귀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yield return new WaitForFixedUpdate(); // 물리 엔진 한 프레임 대기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body.isKinematic = wasKinematic; // 원래 물리 상태 복원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foreach (var collider in interactable.colliders)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collider.enabled = true; // 콜라이더 재활성화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0.25초 후 해머가 잡혀있지 않으면 물리를 일시 정지(isKinematic)하고 초기 위치로 복귀. 물리 엔진 한 프레임 대기 후 원래 상태 복원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[실습] 미니게임 매니저 &amp; 두더지잡기 기본 구현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MiniGameManager 상태머신과 Whack-A-Pig 기본 로직을 직접 구현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실습: MiniGameManager 상태머신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MiniGameManager.cs 생성, NetworkBehaviour 상속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GameState enum 정의 (None/PreGame/InGame/PostGame)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NetworkVariable&lt;GameState&gt; 선언 (초기값 PreGame)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NetworkList&lt;ulong&gt; 대기/참여 목록 2개 선언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Update()에서 InGame일 때 타이머 += dt 처리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AddPlayerOwnerRpc → AddPlayerRpc 체인 구현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7. PreGame→InGame 전환 시 UpdateGame(dt) 호출 확인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8. PostGame 대기 후 PreGame 복귀 순환 구현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상태머신으로 PreGame→InGame→PostGame 순환이 동작하는지 확인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실습: Whack-A-Pig 기본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MiniGame_Whack.cs 생성, MiniGameBase 상속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Start()에서 각 해머의 초기 Pose 저장 및 이벤트 등록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SetupGame() 재정의: 점수 0 리셋 + ResetGame()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LocalPlayerScored()로 점수 계산 후 RPC 전송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FinishGame() 재정의: base 호출 + EndGame()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HammerDropped 이벤트 핸들러 작성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7. 리셋 코루틴: 0.25s 후 isKinematic 토글로 복귀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8. Play Mode에서 해머 잡기→휘두르기→점수 표시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해머로 돼지를 때리면 점수가 스코어보드에 표시되는지 확인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텔레포트 기반 게임존 이동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TeleportationProvider를 활용한 VR 공간 이동과 게임존 진입/퇴장 시스템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게임존 이동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VR에서 먼 거리를 이동하는 텔레포트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VR 환경에서 물리적 이동 범위(룸스케일)는 제한적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TeleportToArea() 메서드로 지정된 위치로 즉시 이동 처리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TeleportationProvider.QueueTeleportRequest()로 텔레포트 실행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참가(Join)와 퇴장(Leave)에 각각 별도 텔레포트 위치 지정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텔레포트는 각 시점에서 직접 호출 (콜백 패턴 사용 안 함)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텔레포트 요청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VRMPAssets/MiniGames/MiniGameScripts/MiniGameManager.cs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텔레포트 목적지 Transform (참가/퇴장/종료 각각 별도 위치)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[SerializeField] Transform m_JoinTeleportTransform;   // 게임존 입장 위치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[SerializeField] Transform m_LeaveTeleportTransform;  // 게임존 퇴장 위치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[SerializeField] Transform m_FinishTeleportTransform;  // 게임 종료 후 위치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TeleportationProvider m_LocalPlayerTeleportProvider;    // 텔레포트 실행기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void Start()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Start()에서 한 번만 찾아서 캐싱 (매번 찾는 비용 절약)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m_LocalPlayerTeleportProvider =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FindFirstObjectByType&lt;TeleportationProvider&gt;();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지정된 위치로 즉시 텔레포트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void TeleportToArea(Transform destination)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(m_LocalPlayerTeleportProvider == null) return;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var request = new TeleportRequest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destinationPosition = destination.position,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destinationRotation = destination.rotation,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matchOrientation = MatchOrientation.TargetUpAndForward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m_LocalPlayerTeleportProvider.QueueTeleportRequest(request);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호출 시점: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- AddPlayerRpc 내부: TeleportToArea(m_JoinTeleportTransform) — 게임존 입장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- SetPostGameState 내부: TeleportToArea(m_LeaveTeleportTransform) — 게임존 퇴장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TeleportToArea()는 목적지 Transform을 받아 텔레포트 요청을 생성. 참가 시와 퇴장 시에 각각 다른 목적지로 이동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텔레포트 기반 게임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로비 영역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자유 이동 및 게임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AddPlayerRpc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게임존 입장 위치로 텔레포트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게임 진행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InGame 상태에서 플레이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SetPostGameState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퇴장 위치로 복귀 텔레포트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로비 → 참가(입장 텔레포트) → 게임 진행 → 퇴장(복귀 텔레포트) → 로비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텔레포트 시 주의사항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텔레포트는 로컬 플레이어에게만 실행 — 다른 플레이어를 텔레포트시킬 수 없음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각 시점에서 직접 TeleportToArea()를 호출 (상태 변경 콜백 미사용)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AddPlayerRpc 내부: m_JoinTeleportTransform으로 이동 (참가)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SetPostGameState 내부: m_LeaveTeleportTransform으로 이동 (퇴장)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이동 후 NetworkTransform이 새 위치를 다른 클라이언트에 자동 동기화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MatchOrientation.TargetUpAndForward로 텔레포트 후 바라보는 방향도 설정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t>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280160"/>
            <a:ext cx="27432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IMiniGame 인터페이스(4가지 메서드)와 MiniGameBase 클래스로 게임 루프(준비→시작→진행→종료) 프레임워크 구축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MiniGameManager가 상태머신(PreGame→InGame→PostGame→PreGame)으로 게임 흐름을 관리하고, NetworkVariable로 상태를 동기화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플레이어 참가는 RPC 체인(클라이언트→Owner→전체)으로 처리 — 서버가 인원 수를 중앙 관리하여 중복 참가 방지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SubmitScoreRpc로 점수를 모든 클라이언트에 동기화하고, ScoreboardSlot으로 순위를 실시간 표시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MiniGame_Whack가 MiniGameBase를 상속하여 해머 관리(Pose 저장, 드롭 시 코루틴 복귀)와 점수 로직(Good/Bad Pig)을 구현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TeleportToArea()로 게임 참가·퇴장 시 각각 지정된 위치로 VR 텔레포트 이동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