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33295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  <a:latin typeface="Malgun Gothic"/>
              </a:defRPr>
            </a:pPr>
            <a:r>
              <a:t>Ch.5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로비 시스템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Malgun Gothic"/>
              </a:defRPr>
            </a:pPr>
            <a:r>
              <a:t>Unity Multiplayer Service v2 기반 세션 관리와 VR 로비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algun Gothic"/>
              </a:defRPr>
            </a:pPr>
            <a:r>
              <a:t>조영민 강사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algun Gothic"/>
              </a:defRPr>
            </a:pPr>
            <a:r>
              <a:t>VR Multiplayer Game Development  |  Unity 6 + Netcode for GameObjects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Unity Multiplayer Service v2 개요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214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Session 생명주기 (Create, Join, Leave, Query)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79776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SessionManager 코드 분석 &amp; 구현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3814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VR 월드스페이스 Lobby UI &amp; XR Keyboard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96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[실습] 로비 화면 구현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Quick Join &amp; Room Code 기능 &amp; 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Unity Multiplayer Service v2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Unity Multiplayer Service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Unity Gaming Services(UGS — Unity에서 제공하는 온라인 게임 백엔드 서비스 모음)의 멀티플레이어 세션 관리 서비스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세션(Session — 플레이어들이 함께 플레이하는 하나의 방) 중심의 단일 워크플로우 제공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매치메이킹, 로비, 연결을 하나의 API로 처리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Relay(중계 서버 — NAT 환경에서 클라이언트 간 연결을 중개하는 서비스)를 직접 설정할 필요 없이 세션 API가 자동으로 네트워크 연결을 처리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Distributed Authority(분산 권한 — 서버 없이 클라이언트들이 권한을 나눠 갖는 방식, 이하 DA) 모드 기본 지원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Multiplayer Service v2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Unity Client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MultiplayerService.Instance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Session API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Create / Join /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Cloud Session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매칭 + 네트워크 자동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Game Play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Netcode for GameObjects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클라이언트가 Session API를 호출하면 클라우드에서 세션 생성과 네트워크 연결을 자동으로 처리하므로, 개발자가 네트워크 설정을 직접 다룰 필요가 없습니다.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두 가지 네트워크 모드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DistributedAuthority (클라우드 모드)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Unity 클라우드 서버가 세션을 중재, 인터넷을 통한 원격 플레이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WithDistributedAuthorityNetwork() 옵션 사용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권한이 분산되어 특정 호스트에 의존하지 않음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LocalOnly (LAN 모드)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IP 기반 로컬 네트워크 직접 연결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호스트(방을 만든 사람)가 서버 역할을 수행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HostLocalConnection() / JoinLocalConnection() 사용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인터넷 없이 같은 네트워크에서 플레이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Session 생명주기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Session 생명주기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Create Session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방 생성 + 네트워크 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Join Session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코드/ID로 참가 또는 Quick 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In Session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게임 플레이 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Leave Session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퇴장 + 리소스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세션은 생성 -&gt; 참가 -&gt; 플레이 -&gt; 퇴장의 생명주기를 가집니다. 모든 멀티플레이 기능은 이 흐름 안에서 동작합니다.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Session 생성 (CreateSession)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SessionManager.cs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async Task&lt;ISession&gt; CreateSession(string roomName = null, bool isPrivate = false, int maxPlayers = XRINetworkGameManager.maxPlayers)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var options = GetSessionOptions(roomName, isPrivate, maxPlayers)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.WithDistributedAuthorityNetwork();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Guid sessionId = Guid.NewGuid();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m_CurrentSession = await MultiplayerService.Instance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.CreateOrJoinSessionAsync(sessionId.ToString(), options);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return m_CurrentSession;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async/await(비동기 처리 — 서버 응답을 기다리는 동안 게임이 멈추지 않도록 하는 패턴)을 사용합니다. GetSessionOptions로 방 설정을 구성한 뒤 WithDistributedAuthorityNetwork()로 DA 모드를 지정합니다. Guid(전역 고유 식별자)로 세션마다 고유한 ID를 생성하고, CreateOrJoinSessionAsync로 클라우드에 세션을 생성합니다.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SessionOptions 구성 요소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세션 이름 (Name): 로비에 표시될 방 이름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비공개 여부 (IsPrivate): true이면 검색에서 제외되고 코드로만 입장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최대 인원 (MaxPlayers): 세션 참가 가능 인원 제한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SessionProperties(딕셔너리 형태의 커스텀 메타데이터)로 추가 정보 설정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"b" (BuildVersion): 빌드 버전이 다른 클라이언트를 걸러냄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"s" (SceneName): 현재 활성 씬 이름 저장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"e" (IsEditor): 에디터 세션을 로비에서 숨길지 여부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WithDistributedAuthorityNetwork(): DA 네트워크 모드 지정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Session 참가 방식들 (1/2) - Quick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SessionManager.cs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Quick Join - 공개 세션 조회 후 참가, 없으면 새로 생성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async Task&lt;ISession&gt; QuickJoinLobby()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QuerySessionsResults results = await MultiplayerService.Instance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.QuerySessionsAsync(GetQuickJoinFilterOptions());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bool createOwn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if (results.Sessions.Count &gt; 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foreach (var session in results.Sessions)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if (session.AvailableSlots &gt; 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await JoinLobby(session);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createOwn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break;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if (createOwn)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await CreateSession(maxPlayers: XRINetworkGameManager.maxPlayers);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return m_CurrentSession;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빈 자리가 있는 공개 세션을 자동으로 찾아 참가하는 메서드입니다. 세션 목록을 조회한 뒤 AvailableSlots(남은 자리)가 있는 첫 번째 세션에 참가하고, 참가할 세션이 없으면 새 세션을 자동 생성합니다.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Session 참가 방식들 (2/2) - JoinLobby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SessionManager.cs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세션 정보 또는 Room Code로 참가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async Task&lt;ISession&gt; JoinLobby(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ISessionInfo sessionInfo = null,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string roomCode 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if (sessionInfo !=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m_CurrentSession = await MultiplayerService.Instance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.JoinSessionByIdAsync(sessionInfo.Id);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else if (!string.IsNullOrEmpty(roomCode))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m_CurrentSession = await MultiplayerService.Instance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.JoinSessionByCodeAsync(roomCode);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else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m_CurrentSession = await QuickJoinLobby();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ConnectedToSession();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return m_CurrentSession;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세션에 참가하는 3가지 경로를 하나의 메서드로 통합합니다. 세션 정보 객체가 있으면 ID로, 코드가 있으면 코드로, 둘 다 없으면 QuickJoin으로 참가합니다. 참가 성공 후 ConnectedToSession()으로 연결 후처리를 수행합니다.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Session 퇴장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SessionManager.cs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세션 퇴장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async Task LeaveSession()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(m_CurrentSession !=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await m_CurrentSession.LeaveAsync();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m_CurrentSession = null;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현재 참가 중인 세션이 있을 때만 LeaveAsync()로 퇴장하고, 참조를 null로 초기화하여 정리합니다. 세션 목록 조회(QuerySessionsAsync)는 LobbyUI에서 별도로 호출합니다.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SessionProperty - 세션 메타데이터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세션에 커스텀 키-값 데이터를 저장하는 구조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빌드 버전 필터링으로 버전이 다른 클라이언트의 접속을 차단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key: "b", value: Application.version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현재 활성 씬 이름을 저장하여 올바른 씬 동기화를 보장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key: "s", value: 현재 활성 씬 이름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에디터 세션 구분 설정을 저장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key: "e", value: hideEditorFromLobby 값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QuerySessionsAsync에서 필터 조건으로 활용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SessionManager 코드 분석 &amp; 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SessionManager 클래스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역할: Multiplayer Service v2 API를 감싸서 세션 관리를 단순화하는 클래스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핵심 인터페이스: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ISession — 현재 참가 중인 세션 (읽기/쓰기 가능)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IHostSession — ISession을 상속하며 호스트 전용 관리 기능 (강퇴, 잠금 등) 제공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주요 필드: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m_CurrentSession: 현재 활성 세션 참조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Code: 다른 플레이어를 초대할 때 쓰는 세션 코드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m_CurrentSession이 null이 아니면 연결 중인 상태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XRINetworkGameManager에서 호출하여 사용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GetSessionOptions 메서드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SessionManager.cs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SessionOptions GetSessionOptions(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string lobbyName,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bool isPrivate = false,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int maxPlayers = XRINetworkGameManager.maxPlayers)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var options = new SessionOptions()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Name = lobbyName,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IsPrivate = sessionType == SessionType.LocalOnly ? true : isPrivate,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MaxPlayers = maxPlayers,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SessionProperties = new Dictionary&lt;string, SessionProperty&gt;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{ "b", new SessionProperty(Application.version) 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{ "s", new SessionProperty(SceneManager.GetActiveScene().name) 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{ "e", new SessionProperty(hideEditorFromLobby.ToString())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return options;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세션을 만들 때 필요한 설정값을 한곳에서 구성합니다. LAN 모드(LocalOnly)이면 항상 비공개로 설정하고, 클라우드 모드이면 매개변수에 따라 결정합니다. SessionProperty에 빌드 버전, 씬 이름, 에디터 여부를 저장하여 세션 검색 시 필터로 활용합니다.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SessionManager 메서드 호출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XRINetworkGameManager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CreateNewLobby() 호출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SessionManager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CreateSession()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GetSessionOptions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옵션 + DA 네트워크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MultiplayerService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CreateOrJoinSessionAsync()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게임 매니저가 세션 매니저를 호출하고, 세션 매니저가 옵션을 구성한 뒤 클라우드 API에 요청하는 계층 구조입니다.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XRINetworkGameManager - 클라우드 세션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XRINetworkGameManager.cs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클라우드 세션 메서드 - 생성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virtual async void CreateNewLobby(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string roomName = null,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bool isPrivate = false,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int playerCount = maxPlayers)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if (await AbleToConnect())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ConnectToSession(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await m_SessionManager.CreateSession(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roomName, isPrivate, playerCount));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빠른 참가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virtual async void QuickJoinLobby()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if (await AbleToConnect())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ConnectToSession(await m_SessionManager.QuickJoinLobby());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UI에서 직접 호출되는 상위 레벨 메서드입니다. AbleToConnect()로 인증과 네트워크 상태를 확인한 뒤, SessionManager를 통해 세션을 생성하거나 참가하고, ConnectToSession()으로 게임 연결을 완료합니다.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XRINetworkGameManager - 클라우드 세션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XRINetworkGameManager.cs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코드로 참가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virtual async void JoinLobbyByCode(string code)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(await AbleToConnect())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ConnectToSession(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await m_SessionManager.JoinLobby(roomCode: code));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연결 해제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virtual async void Disconnect()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(CurrentSessionType == SessionType.DistributedAuthority)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await DisconnectAsync();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else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LeaveLocalConnection();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JoinLobbyByCode는 친구에게 받은 세션 코드로 참가합니다. Disconnect는 클라우드 모드이면 비동기로 서버에 퇴장을 알리고, LAN 모드이면 로컬 연결만 끊습니다.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XRINetworkGameManager - LAN 모드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XRINetworkGameManager.cs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LAN 모드 메서드 - SessionManager를 거치지 않고 직접 구현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virtual bool HostLocalConnection()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string localIP = GetLocalIPAddress();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var transport = NetworkManager.Singleton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.NetworkConfig.NetworkTransport as UnityTransport;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transport.ConnectionData.Address = localIP;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return NetworkManager.Singleton.StartHost();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virtual bool JoinLocalConnection()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var transport = NetworkManager.Singleton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.NetworkConfig.NetworkTransport as UnityTransport;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return NetworkManager.Singleton.StartClient();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LAN 모드는 SessionManager를 거치지 않고 NetworkManager에 직접 접근합니다. 호스트는 자신의 로컬 IP를 전송 계층(UnityTransport)에 설정한 뒤 StartHost()로 서버 겸 클라이언트를 시작하고, 참가자는 StartClient()로 접속합니다.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클라우드 모드 vs LAN 모드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클라우드 (Distributed Authority)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CreateNewLobby() / QuickJoinLobby()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JoinLobbyByCode(code)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인터넷 연결 필수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Unity 클라우드가 세션 중재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권한이 분산된 구조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원격 플레이어 간 연결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LAN (LocalOnly)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HostLocalConnection()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JoinLocalConnection()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같은 네트워크만 필요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호스트가 서버 역할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클라이언트-서버 구조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개발/테스트에 유용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VR 월드스페이스 Lobby UI &amp; XR Keyboard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VR 로비 UI 설계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VR에서는 일반 2D UI를 사용할 수 없으므로 3D 공간에 UI를 배치해야 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World Space Canvas 사용 — VR에서 3D 공간에 UI 패널을 배치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Screen Space는 VR 카메라 구조와 맞지 않아 사용 불가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플레이어 앞 적절한 거리에 패널 배치 (1.5~2m)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Ray Interactor(레이저 포인터)로 UI 요소와 상호작용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컨트롤러에서 레이를 쏘아 버튼 클릭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큰 버튼/텍스트 — VR에서의 가독성 확보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패널 전환 방식으로 화면 흐름 관리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LobbyUI 패널 전환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6764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LobbyPanel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세션 목록 / 방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8135" y="3474720"/>
            <a:ext cx="536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1971" y="3200400"/>
            <a:ext cx="16764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CreationPanel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방 생성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8586" y="3474720"/>
            <a:ext cx="536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422" y="3200400"/>
            <a:ext cx="16764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ConnectionPanel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연결 중... 로딩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9037" y="3474720"/>
            <a:ext cx="536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2873" y="3200400"/>
            <a:ext cx="16764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Success Panel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연결 성공 -&gt; 게임 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488" y="3474720"/>
            <a:ext cx="536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324" y="3200400"/>
            <a:ext cx="16764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Failure Panel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연결 실패 -&gt; 재시도/돌아가기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9939" y="3474720"/>
            <a:ext cx="536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3775" y="3200400"/>
            <a:ext cx="16764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NoConnectionPanel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네트워크 연결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LobbyPanel에서 시작하여 연결 시도 후 성공/실패 패널로 분기됩니다. 각 패널은 하나의 GameObject이며, 활성화/비활성화로 전환합니다.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LobbyUI - 세션 목록 자동 갱신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LobbyUI.cs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[SerializeField] float m_AutoRefreshTime = 5f;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IEnumerator UpdateAvailableLobbies()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while (true)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yield return new WaitForSeconds(m_AutoRefreshTime);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UpdateLobbyDisplay();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async void UpdateLobbyDisplay()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QuerySessionsResults results = await MultiplayerService.Instance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.QuerySessionsAsync(SessionManager.GetQuickJoinFilterOptions());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기존 슬롯 제거 후 새로 생성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foreach (Transform child in m_LobbyListParent)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Destroy(child.gameObject);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foreach (var session in results.Sessions)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LobbyListSlotUI newLobbyUI = Instantiate(m_LobbyListPrefab, m_LobbyListParent)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.GetComponent&lt;LobbyListSlotUI&gt;();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newLobbyUI.CreateSessionUI(session, this);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Coroutine(코루틴 — Unity에서 시간 간격을 두고 반복 실행하는 패턴)으로 5초마다 세션 목록을 갱신합니다. 서버에서 세션 목록을 가져온 뒤, 기존 UI를 모두 제거하고 각 세션마다 프리팹을 생성하여 방 이름과 인원 수를 표시합니다.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LobbyListSlotUI - 세션 목록 아이템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각 세션 정보를 표시하는 UI 슬롯 컴포넌트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표시 정보: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세션 이름 (방 이름)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현재 인원 / 최대 인원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세션 상태 정보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Join 버튼 클릭 시 해당 세션에 참가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ISessionInfo 인터페이스에서 데이터를 받아 UI에 바인딩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LobbyUI - 방 생성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LobbyUI.cs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방 생성 UI 요소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[SerializeField] TMP_InputField m_RoomNameText;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[SerializeField] Toggle m_PrivacyToggle;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int m_PlayerCount;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bool m_Private;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Start()에서 초기화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void Start()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m_PrivacyToggle.onValueChanged.AddListener(TogglePrivacy);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m_PlayerCount = XRINetworkGameManager.maxPlayers / 2;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void CreateLobby()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if (string.IsNullOrEmpty(m_RoomNameText.text) || m_RoomNameText.text == "&lt;Room Name&gt;")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m_RoomNameText.text = $"{XRINetworkGameManager.LocalPlayerName.Value}'s Room";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XRINetworkGameManager.Instance.CreateNewLobby(m_RoomNameText.text, m_Private, m_PlayerCount);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사용자가 방 이름, 비공개 여부, 인원수를 설정하면 CreateLobby()가 호출됩니다. 방 이름을 입력하지 않으면 "[플레이어이름]'s Room"이 기본으로 설정됩니다. Singleton(싱글턴 — 게임 내에 하나만 존재하는 전역 인스턴스) 패턴의 XRINetworkGameManager.Instance를 통해 세션을 생성합니다.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 Keyboard - VR 가상 키보드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VR에서 텍스트 입력을 위한 가상 키보드 시스템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핵심 컴포넌트: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XRKeyboard: 키보드 로직 및 입력 처리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XRKeyboardDisplay: InputField에 포커스가 오면 키보드를 자동으로 표시/숨김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World Space에 키보드 패널을 렌더링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Ray Interactor로 키 버튼을 포인팅하여 입력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InputField 선택 시 자동으로 키보드가 표시됨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방 이름 입력, 세션 코드 입력 등에 활용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[실습] 로비 화면 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실습: VR 로비 시스템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UI &gt; Canvas 생성, World Space 모드, Z=1.5 배치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LobbyPanel에 ScrollView + Vertical Layout Group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LobbyListSlotUI 프리팹: 이름/인원 Text + Join Button 구성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CreationPanel: InputField + Toggle + Button 배치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Connection/Success/Failure Panel 생성 후 비활성화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XR Keyboard 프리팹 배치 후 InputField에 연결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LobbyUI 컴포넌트에 각 패널/UI 요소 참조를 드래그 연결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8. Play &gt; 방 생성 &gt; Console에 세션 ID 출력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세션 생성/조회/참가가 가능한 VR 로비 시스템 완성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실습 체크포인트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1단계: World Space Canvas가 VR에서 보이는가?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2단계: XR Ray Interactor로 버튼 클릭이 되는가?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3단계: 방 생성 시 세션이 정상 생성되는가?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4단계: 세션 목록이 5초마다 자동 갱신되는가?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5단계: 목록에서 세션 선택 후 참가가 되는가?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6단계: XR Keyboard로 텍스트 입력이 가능한가?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7단계: 연결 성공/실패 패널이 올바르게 전환되는가?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Quick Join &amp; Room Code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Quick Join (빠른 참가)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사용자가 방을 직접 고르지 않아도 자동으로 참가할 수 있는 편의 기능입니다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조건에 맞는 공개 세션에 자동으로 참가하는 기능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QuerySessionsAsync()로 공개 세션을 조회한 뒤 자동 참가하고, 없으면 새 세션 생성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조회 조건: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공개(IsPrivate=false)이고 빈 자리(AvailableSlots &gt; 0)가 있는 세션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SessionProperty 필터 적용 가능 (빌드 버전 등)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사용자가 세션을 직접 선택할 필요 없음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실패 시 try-catch로 예외를 잡아 에러를 로깅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Quick Join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SessionManager.cs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async Task&lt;ISession&gt; QuickJoinLobby()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try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QuerySessionsResults results = await MultiplayerService.Instance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.QuerySessionsAsync(GetQuickJoinFilterOptions());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bool createOwn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(results.Sessions.Count &gt; 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foreach (var session in results.Sessions)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if (session.AvailableSlots &gt; 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    await JoinLobby(session);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    createOwn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    break;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(createOwn)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await CreateSession(maxPlayers: XRINetworkGameManager.maxPlayers);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catch (Exception 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Debug.LogException(e);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return m_CurrentSession;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try-catch(예외 처리 — 오류가 발생해도 게임이 중단되지 않도록 오류를 잡아내는 구문)로 안전하게 감싸진 전체 Quick Join 구현입니다. 빈 자리가 있는 첫 번째 세션에 참가하고, 적합한 세션이 없으면 새로 생성합니다.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Room Code (세션 코드) 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친구에게 코드를 공유하여 비공개 방에 초대하는 기능입니다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비공개 세션에 참가하기 위한 코드 기반 입장 방식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세션 생성 시 자동으로 Code가 발급됨 (ISession.Code)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코드를 아는 사용자만 해당 세션에 참가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JoinSessionByCodeAsync(code)로 참가, VR에서는 XR Keyboard로 입력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활용 시나리오: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친구끼리 비공개 방에서 플레이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교육/이벤트용 제한된 접근 세션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Room Code 참가 구현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SessionManager.cs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async Task&lt;ISession&gt; JoinLobby(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ISessionInfo sessionInfo = null, string roomCode 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try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if (sessionInfo != null)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m_CurrentSession = await MultiplayerService.Instance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.JoinSessionByIdAsync(sessionInfo.Id);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else if (!string.IsNullOrEmpty(roomCode))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m_CurrentSession = await MultiplayerService.Instance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.JoinSessionByCodeAsync(roomCode);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else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m_CurrentSession = await QuickJoinLobby();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ConnectedToSession();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return m_CurrentSession;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세션 정보 객체가 있으면 ID로, 코드 문자열이 있으면 코드로, 둘 다 없으면 QuickJoin으로 참가를 시도합니다. 성공하면 ConnectedToSession()으로 후처리합니다.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Room Code 참가 구현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SessionManager.cs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JoinLobby() catch 블록 (계속)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catch (Exception 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string failureMessage = "Failed to Join Lobby.";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Utils.Log($"{k_DebugPrepend}{e.Message}", 1);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if (e is LobbyServiceException)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string message = e.Message.ToLower();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if (message.Contains("rate limit"))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failureMessage = "Rate limit exceeded.";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else if (message.Contains("lobby not found"))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failureMessage = "Lobby not found.";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else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failureMessage = e.Message;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OnSessionFailed?.Invoke(failureMessage);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return null;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참가 실패 시 예외 종류를 분석하여 사용자가 이해할 수 있는 메시지로 변환합니다. 요청이 너무 빈번하면 "Rate limit", 방이 사라졌으면 "Lobby not found"를 표시하고, OnSessionFailed 이벤트(콜백)를 통해 UI에 에러 메시지를 전달합니다.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세션 참가 방식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Quick Join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자동 매칭 (공개 세션)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Session List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목록에서 선택 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Room Code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코드 입력 (비공개 가능)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LAN Direct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IP 직접 연결 (로컬)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Quick Join은 가장 간편하고, Room Code는 비공개 방에 접근할 때, LAN은 인터넷 없이 사용할 때 적합합니다.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에러 처리 &amp; 예외 상황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주요 예외 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세션이 가득 찬 경우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세션이 이미 종료된 경우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잘못된 세션 코드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네트워크 연결 끊김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인증 토큰 만료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빌드 버전 불일치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처리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try-catch로 예외를 잡아 로그 출력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UI에 에러 메시지 표시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Failure Panel로 화면 전환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재시도 버튼 제공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자동 재인증 로직 실행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목록 갱신 후 다시 선택하도록 안내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280160"/>
            <a:ext cx="27432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Unity Multiplayer Service v2는 세션 기반의 통합 멀티플레이어 API를 제공한다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SessionManager가 Create/Join/Leave/Query 등 세션 생명주기를 관리한다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DistributedAuthority(클라우드)와 LocalOnly(LAN) 두 가지 연결 모드를 지원한다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VR 로비 UI는 World Space Canvas + XR Ray Interactor로 구현한다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XR Keyboard를 통해 VR 환경에서 텍스트 입력이 가능하다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Quick Join, Room Code, 세션 목록 등 다양한 참가 방식을 제공한다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